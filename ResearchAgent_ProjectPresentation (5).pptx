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90" r:id="rId2"/>
    <p:sldId id="291" r:id="rId3"/>
    <p:sldId id="292" r:id="rId4"/>
    <p:sldId id="293" r:id="rId5"/>
    <p:sldId id="294" r:id="rId6"/>
    <p:sldId id="295" r:id="rId7"/>
    <p:sldId id="296" r:id="rId8"/>
    <p:sldId id="297" r:id="rId9"/>
    <p:sldId id="298" r:id="rId10"/>
    <p:sldId id="299" r:id="rId11"/>
    <p:sldId id="300" r:id="rId12"/>
    <p:sldId id="301" r:id="rId13"/>
    <p:sldId id="302" r:id="rId14"/>
    <p:sldId id="303" r:id="rId15"/>
    <p:sldId id="304" r:id="rId16"/>
    <p:sldId id="305" r:id="rId17"/>
    <p:sldId id="306" r:id="rId18"/>
    <p:sldId id="307" r:id="rId19"/>
    <p:sldId id="308" r:id="rId20"/>
    <p:sldId id="309"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597DED7-87E9-8FFE-C42B-07F44890EE69}" v="36" dt="2026-07-14T12:42:56.737"/>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7" Type="http://customschemas.google.com/relationships/presentationmetadata" Target="metadata"/><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microsoft.com/office/2016/11/relationships/changesInfo" Target="changesInfos/changesInfo1.xml"/><Relationship Id="rId3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sldChg>
    </pc:docChg>
  </pc:docChgLst>
  <pc:docChgLst>
    <pc:chgData name="Aman Shrivastava" userId="S::ashrivastava@edunetfoundation.org::c21995ab-fa37-4cde-b5a3-dec0fb9e9a10" providerId="AD" clId="Web-{E27D249D-B118-0810-7731-E1B1C378D9D3}"/>
    <pc:docChg chg="modSld">
      <pc:chgData name="Aman Shrivastava" userId="S::ashrivastava@edunetfoundation.org::c21995ab-fa37-4cde-b5a3-dec0fb9e9a10" providerId="AD" clId="Web-{E27D249D-B118-0810-7731-E1B1C378D9D3}" dt="2026-06-19T09:09:54.163" v="1" actId="20577"/>
      <pc:docMkLst>
        <pc:docMk/>
      </pc:docMkLst>
      <pc:sldChg chg="modSp">
        <pc:chgData name="Aman Shrivastava" userId="S::ashrivastava@edunetfoundation.org::c21995ab-fa37-4cde-b5a3-dec0fb9e9a10" providerId="AD" clId="Web-{E27D249D-B118-0810-7731-E1B1C378D9D3}" dt="2026-06-19T09:09:54.163" v="1" actId="20577"/>
        <pc:sldMkLst>
          <pc:docMk/>
          <pc:sldMk cId="3764405840" sldId="278"/>
        </pc:sldMkLst>
        <pc:spChg chg="mod">
          <ac:chgData name="Aman Shrivastava" userId="S::ashrivastava@edunetfoundation.org::c21995ab-fa37-4cde-b5a3-dec0fb9e9a10" providerId="AD" clId="Web-{E27D249D-B118-0810-7731-E1B1C378D9D3}" dt="2026-06-19T09:09:54.163" v="1" actId="20577"/>
          <ac:spMkLst>
            <pc:docMk/>
            <pc:sldMk cId="3764405840" sldId="278"/>
            <ac:spMk id="3" creationId="{4A7608B5-9906-EFCF-959A-E89FC2E3EE19}"/>
          </ac:spMkLst>
        </pc:spChg>
      </pc:sldChg>
    </pc:docChg>
  </pc:docChgLst>
  <pc:docChgLst>
    <pc:chgData name="Bhupesh Vyankat Ther" userId="S::bvther@edunetfoundation.org::3dcf1697-dd97-45f9-859f-b5bba4487417" providerId="AD" clId="Web-{9DDCDCB8-E336-06C9-9BC1-C212CD122CD0}"/>
    <pc:docChg chg="modSld">
      <pc:chgData name="Bhupesh Vyankat Ther" userId="S::bvther@edunetfoundation.org::3dcf1697-dd97-45f9-859f-b5bba4487417" providerId="AD" clId="Web-{9DDCDCB8-E336-06C9-9BC1-C212CD122CD0}" dt="2026-06-23T04:41:50.196" v="0" actId="1076"/>
      <pc:docMkLst>
        <pc:docMk/>
      </pc:docMkLst>
      <pc:sldChg chg="modSp">
        <pc:chgData name="Bhupesh Vyankat Ther" userId="S::bvther@edunetfoundation.org::3dcf1697-dd97-45f9-859f-b5bba4487417" providerId="AD" clId="Web-{9DDCDCB8-E336-06C9-9BC1-C212CD122CD0}" dt="2026-06-23T04:41:50.196" v="0" actId="1076"/>
        <pc:sldMkLst>
          <pc:docMk/>
          <pc:sldMk cId="1229047658" sldId="288"/>
        </pc:sldMkLst>
        <pc:picChg chg="mod">
          <ac:chgData name="Bhupesh Vyankat Ther" userId="S::bvther@edunetfoundation.org::3dcf1697-dd97-45f9-859f-b5bba4487417" providerId="AD" clId="Web-{9DDCDCB8-E336-06C9-9BC1-C212CD122CD0}" dt="2026-06-23T04:41:50.196" v="0" actId="1076"/>
          <ac:picMkLst>
            <pc:docMk/>
            <pc:sldMk cId="1229047658" sldId="288"/>
            <ac:picMk id="4" creationId="{A037CFD0-B7FF-D9BE-3433-88E5844EF332}"/>
          </ac:picMkLst>
        </pc:picChg>
      </pc:sldChg>
    </pc:docChg>
  </pc:docChgLst>
  <pc:docChgLst>
    <pc:chgData name="Aswini Kumar Motapothula" userId="S::aswinikumar@edunetfoundation.org::8849ae8d-bc89-4217-899c-9440ffcae5bb" providerId="AD" clId="Web-{5597DED7-87E9-8FFE-C42B-07F44890EE69}"/>
    <pc:docChg chg="addSld delSld">
      <pc:chgData name="Aswini Kumar Motapothula" userId="S::aswinikumar@edunetfoundation.org::8849ae8d-bc89-4217-899c-9440ffcae5bb" providerId="AD" clId="Web-{5597DED7-87E9-8FFE-C42B-07F44890EE69}" dt="2026-07-14T12:42:56.737" v="35"/>
      <pc:docMkLst>
        <pc:docMk/>
      </pc:docMkLst>
      <pc:sldChg chg="del">
        <pc:chgData name="Aswini Kumar Motapothula" userId="S::aswinikumar@edunetfoundation.org::8849ae8d-bc89-4217-899c-9440ffcae5bb" providerId="AD" clId="Web-{5597DED7-87E9-8FFE-C42B-07F44890EE69}" dt="2026-07-14T12:42:56.737" v="35"/>
        <pc:sldMkLst>
          <pc:docMk/>
          <pc:sldMk cId="0" sldId="257"/>
        </pc:sldMkLst>
      </pc:sldChg>
      <pc:sldChg chg="del">
        <pc:chgData name="Aswini Kumar Motapothula" userId="S::aswinikumar@edunetfoundation.org::8849ae8d-bc89-4217-899c-9440ffcae5bb" providerId="AD" clId="Web-{5597DED7-87E9-8FFE-C42B-07F44890EE69}" dt="2026-07-14T12:42:56.737" v="29"/>
        <pc:sldMkLst>
          <pc:docMk/>
          <pc:sldMk cId="0" sldId="262"/>
        </pc:sldMkLst>
      </pc:sldChg>
      <pc:sldChg chg="del">
        <pc:chgData name="Aswini Kumar Motapothula" userId="S::aswinikumar@edunetfoundation.org::8849ae8d-bc89-4217-899c-9440ffcae5bb" providerId="AD" clId="Web-{5597DED7-87E9-8FFE-C42B-07F44890EE69}" dt="2026-07-14T12:42:56.737" v="28"/>
        <pc:sldMkLst>
          <pc:docMk/>
          <pc:sldMk cId="0" sldId="264"/>
        </pc:sldMkLst>
      </pc:sldChg>
      <pc:sldChg chg="del">
        <pc:chgData name="Aswini Kumar Motapothula" userId="S::aswinikumar@edunetfoundation.org::8849ae8d-bc89-4217-899c-9440ffcae5bb" providerId="AD" clId="Web-{5597DED7-87E9-8FFE-C42B-07F44890EE69}" dt="2026-07-14T12:42:56.721" v="21"/>
        <pc:sldMkLst>
          <pc:docMk/>
          <pc:sldMk cId="0" sldId="276"/>
        </pc:sldMkLst>
      </pc:sldChg>
      <pc:sldChg chg="del">
        <pc:chgData name="Aswini Kumar Motapothula" userId="S::aswinikumar@edunetfoundation.org::8849ae8d-bc89-4217-899c-9440ffcae5bb" providerId="AD" clId="Web-{5597DED7-87E9-8FFE-C42B-07F44890EE69}" dt="2026-07-14T12:42:56.737" v="27"/>
        <pc:sldMkLst>
          <pc:docMk/>
          <pc:sldMk cId="2115484872" sldId="277"/>
        </pc:sldMkLst>
      </pc:sldChg>
      <pc:sldChg chg="del">
        <pc:chgData name="Aswini Kumar Motapothula" userId="S::aswinikumar@edunetfoundation.org::8849ae8d-bc89-4217-899c-9440ffcae5bb" providerId="AD" clId="Web-{5597DED7-87E9-8FFE-C42B-07F44890EE69}" dt="2026-07-14T12:42:56.737" v="32"/>
        <pc:sldMkLst>
          <pc:docMk/>
          <pc:sldMk cId="3764405840" sldId="278"/>
        </pc:sldMkLst>
      </pc:sldChg>
      <pc:sldChg chg="del">
        <pc:chgData name="Aswini Kumar Motapothula" userId="S::aswinikumar@edunetfoundation.org::8849ae8d-bc89-4217-899c-9440ffcae5bb" providerId="AD" clId="Web-{5597DED7-87E9-8FFE-C42B-07F44890EE69}" dt="2026-07-14T12:42:56.737" v="30"/>
        <pc:sldMkLst>
          <pc:docMk/>
          <pc:sldMk cId="2772501912" sldId="279"/>
        </pc:sldMkLst>
      </pc:sldChg>
      <pc:sldChg chg="del">
        <pc:chgData name="Aswini Kumar Motapothula" userId="S::aswinikumar@edunetfoundation.org::8849ae8d-bc89-4217-899c-9440ffcae5bb" providerId="AD" clId="Web-{5597DED7-87E9-8FFE-C42B-07F44890EE69}" dt="2026-07-14T12:42:56.721" v="24"/>
        <pc:sldMkLst>
          <pc:docMk/>
          <pc:sldMk cId="2136706720" sldId="280"/>
        </pc:sldMkLst>
      </pc:sldChg>
      <pc:sldChg chg="del">
        <pc:chgData name="Aswini Kumar Motapothula" userId="S::aswinikumar@edunetfoundation.org::8849ae8d-bc89-4217-899c-9440ffcae5bb" providerId="AD" clId="Web-{5597DED7-87E9-8FFE-C42B-07F44890EE69}" dt="2026-07-14T12:42:56.737" v="31"/>
        <pc:sldMkLst>
          <pc:docMk/>
          <pc:sldMk cId="328526394" sldId="281"/>
        </pc:sldMkLst>
      </pc:sldChg>
      <pc:sldChg chg="del">
        <pc:chgData name="Aswini Kumar Motapothula" userId="S::aswinikumar@edunetfoundation.org::8849ae8d-bc89-4217-899c-9440ffcae5bb" providerId="AD" clId="Web-{5597DED7-87E9-8FFE-C42B-07F44890EE69}" dt="2026-07-14T12:42:56.737" v="34"/>
        <pc:sldMkLst>
          <pc:docMk/>
          <pc:sldMk cId="2952584201" sldId="282"/>
        </pc:sldMkLst>
      </pc:sldChg>
      <pc:sldChg chg="del">
        <pc:chgData name="Aswini Kumar Motapothula" userId="S::aswinikumar@edunetfoundation.org::8849ae8d-bc89-4217-899c-9440ffcae5bb" providerId="AD" clId="Web-{5597DED7-87E9-8FFE-C42B-07F44890EE69}" dt="2026-07-14T12:42:42.455" v="20"/>
        <pc:sldMkLst>
          <pc:docMk/>
          <pc:sldMk cId="957564641" sldId="283"/>
        </pc:sldMkLst>
      </pc:sldChg>
      <pc:sldChg chg="del">
        <pc:chgData name="Aswini Kumar Motapothula" userId="S::aswinikumar@edunetfoundation.org::8849ae8d-bc89-4217-899c-9440ffcae5bb" providerId="AD" clId="Web-{5597DED7-87E9-8FFE-C42B-07F44890EE69}" dt="2026-07-14T12:42:56.737" v="33"/>
        <pc:sldMkLst>
          <pc:docMk/>
          <pc:sldMk cId="2290294991" sldId="285"/>
        </pc:sldMkLst>
      </pc:sldChg>
      <pc:sldChg chg="del">
        <pc:chgData name="Aswini Kumar Motapothula" userId="S::aswinikumar@edunetfoundation.org::8849ae8d-bc89-4217-899c-9440ffcae5bb" providerId="AD" clId="Web-{5597DED7-87E9-8FFE-C42B-07F44890EE69}" dt="2026-07-14T12:42:56.737" v="26"/>
        <pc:sldMkLst>
          <pc:docMk/>
          <pc:sldMk cId="917964102" sldId="286"/>
        </pc:sldMkLst>
      </pc:sldChg>
      <pc:sldChg chg="del">
        <pc:chgData name="Aswini Kumar Motapothula" userId="S::aswinikumar@edunetfoundation.org::8849ae8d-bc89-4217-899c-9440ffcae5bb" providerId="AD" clId="Web-{5597DED7-87E9-8FFE-C42B-07F44890EE69}" dt="2026-07-14T12:42:56.721" v="25"/>
        <pc:sldMkLst>
          <pc:docMk/>
          <pc:sldMk cId="2605851928" sldId="287"/>
        </pc:sldMkLst>
      </pc:sldChg>
      <pc:sldChg chg="del">
        <pc:chgData name="Aswini Kumar Motapothula" userId="S::aswinikumar@edunetfoundation.org::8849ae8d-bc89-4217-899c-9440ffcae5bb" providerId="AD" clId="Web-{5597DED7-87E9-8FFE-C42B-07F44890EE69}" dt="2026-07-14T12:42:56.721" v="23"/>
        <pc:sldMkLst>
          <pc:docMk/>
          <pc:sldMk cId="1229047658" sldId="288"/>
        </pc:sldMkLst>
      </pc:sldChg>
      <pc:sldChg chg="del">
        <pc:chgData name="Aswini Kumar Motapothula" userId="S::aswinikumar@edunetfoundation.org::8849ae8d-bc89-4217-899c-9440ffcae5bb" providerId="AD" clId="Web-{5597DED7-87E9-8FFE-C42B-07F44890EE69}" dt="2026-07-14T12:42:56.721" v="22"/>
        <pc:sldMkLst>
          <pc:docMk/>
          <pc:sldMk cId="2506610743" sldId="289"/>
        </pc:sldMkLst>
      </pc:sldChg>
      <pc:sldChg chg="add">
        <pc:chgData name="Aswini Kumar Motapothula" userId="S::aswinikumar@edunetfoundation.org::8849ae8d-bc89-4217-899c-9440ffcae5bb" providerId="AD" clId="Web-{5597DED7-87E9-8FFE-C42B-07F44890EE69}" dt="2026-07-14T12:42:28.157" v="0"/>
        <pc:sldMkLst>
          <pc:docMk/>
          <pc:sldMk cId="3828559527" sldId="290"/>
        </pc:sldMkLst>
      </pc:sldChg>
      <pc:sldChg chg="add">
        <pc:chgData name="Aswini Kumar Motapothula" userId="S::aswinikumar@edunetfoundation.org::8849ae8d-bc89-4217-899c-9440ffcae5bb" providerId="AD" clId="Web-{5597DED7-87E9-8FFE-C42B-07F44890EE69}" dt="2026-07-14T12:42:28.204" v="1"/>
        <pc:sldMkLst>
          <pc:docMk/>
          <pc:sldMk cId="952317876" sldId="291"/>
        </pc:sldMkLst>
      </pc:sldChg>
      <pc:sldChg chg="add">
        <pc:chgData name="Aswini Kumar Motapothula" userId="S::aswinikumar@edunetfoundation.org::8849ae8d-bc89-4217-899c-9440ffcae5bb" providerId="AD" clId="Web-{5597DED7-87E9-8FFE-C42B-07F44890EE69}" dt="2026-07-14T12:42:28.266" v="2"/>
        <pc:sldMkLst>
          <pc:docMk/>
          <pc:sldMk cId="261653373" sldId="292"/>
        </pc:sldMkLst>
      </pc:sldChg>
      <pc:sldChg chg="add">
        <pc:chgData name="Aswini Kumar Motapothula" userId="S::aswinikumar@edunetfoundation.org::8849ae8d-bc89-4217-899c-9440ffcae5bb" providerId="AD" clId="Web-{5597DED7-87E9-8FFE-C42B-07F44890EE69}" dt="2026-07-14T12:42:28.313" v="3"/>
        <pc:sldMkLst>
          <pc:docMk/>
          <pc:sldMk cId="619459906" sldId="293"/>
        </pc:sldMkLst>
      </pc:sldChg>
      <pc:sldChg chg="add">
        <pc:chgData name="Aswini Kumar Motapothula" userId="S::aswinikumar@edunetfoundation.org::8849ae8d-bc89-4217-899c-9440ffcae5bb" providerId="AD" clId="Web-{5597DED7-87E9-8FFE-C42B-07F44890EE69}" dt="2026-07-14T12:42:28.360" v="4"/>
        <pc:sldMkLst>
          <pc:docMk/>
          <pc:sldMk cId="443603904" sldId="294"/>
        </pc:sldMkLst>
      </pc:sldChg>
      <pc:sldChg chg="add">
        <pc:chgData name="Aswini Kumar Motapothula" userId="S::aswinikumar@edunetfoundation.org::8849ae8d-bc89-4217-899c-9440ffcae5bb" providerId="AD" clId="Web-{5597DED7-87E9-8FFE-C42B-07F44890EE69}" dt="2026-07-14T12:42:28.563" v="5"/>
        <pc:sldMkLst>
          <pc:docMk/>
          <pc:sldMk cId="3114963633" sldId="295"/>
        </pc:sldMkLst>
      </pc:sldChg>
      <pc:sldChg chg="add">
        <pc:chgData name="Aswini Kumar Motapothula" userId="S::aswinikumar@edunetfoundation.org::8849ae8d-bc89-4217-899c-9440ffcae5bb" providerId="AD" clId="Web-{5597DED7-87E9-8FFE-C42B-07F44890EE69}" dt="2026-07-14T12:42:28.735" v="6"/>
        <pc:sldMkLst>
          <pc:docMk/>
          <pc:sldMk cId="1316545553" sldId="296"/>
        </pc:sldMkLst>
      </pc:sldChg>
      <pc:sldChg chg="add">
        <pc:chgData name="Aswini Kumar Motapothula" userId="S::aswinikumar@edunetfoundation.org::8849ae8d-bc89-4217-899c-9440ffcae5bb" providerId="AD" clId="Web-{5597DED7-87E9-8FFE-C42B-07F44890EE69}" dt="2026-07-14T12:42:28.923" v="7"/>
        <pc:sldMkLst>
          <pc:docMk/>
          <pc:sldMk cId="232371894" sldId="297"/>
        </pc:sldMkLst>
      </pc:sldChg>
      <pc:sldChg chg="add">
        <pc:chgData name="Aswini Kumar Motapothula" userId="S::aswinikumar@edunetfoundation.org::8849ae8d-bc89-4217-899c-9440ffcae5bb" providerId="AD" clId="Web-{5597DED7-87E9-8FFE-C42B-07F44890EE69}" dt="2026-07-14T12:42:29.094" v="8"/>
        <pc:sldMkLst>
          <pc:docMk/>
          <pc:sldMk cId="445195169" sldId="298"/>
        </pc:sldMkLst>
      </pc:sldChg>
      <pc:sldChg chg="add">
        <pc:chgData name="Aswini Kumar Motapothula" userId="S::aswinikumar@edunetfoundation.org::8849ae8d-bc89-4217-899c-9440ffcae5bb" providerId="AD" clId="Web-{5597DED7-87E9-8FFE-C42B-07F44890EE69}" dt="2026-07-14T12:42:29.235" v="9"/>
        <pc:sldMkLst>
          <pc:docMk/>
          <pc:sldMk cId="4000696967" sldId="299"/>
        </pc:sldMkLst>
      </pc:sldChg>
      <pc:sldChg chg="add">
        <pc:chgData name="Aswini Kumar Motapothula" userId="S::aswinikumar@edunetfoundation.org::8849ae8d-bc89-4217-899c-9440ffcae5bb" providerId="AD" clId="Web-{5597DED7-87E9-8FFE-C42B-07F44890EE69}" dt="2026-07-14T12:42:29.345" v="10"/>
        <pc:sldMkLst>
          <pc:docMk/>
          <pc:sldMk cId="893417001" sldId="300"/>
        </pc:sldMkLst>
      </pc:sldChg>
      <pc:sldChg chg="add">
        <pc:chgData name="Aswini Kumar Motapothula" userId="S::aswinikumar@edunetfoundation.org::8849ae8d-bc89-4217-899c-9440ffcae5bb" providerId="AD" clId="Web-{5597DED7-87E9-8FFE-C42B-07F44890EE69}" dt="2026-07-14T12:42:29.548" v="11"/>
        <pc:sldMkLst>
          <pc:docMk/>
          <pc:sldMk cId="1429961814" sldId="301"/>
        </pc:sldMkLst>
      </pc:sldChg>
      <pc:sldChg chg="add">
        <pc:chgData name="Aswini Kumar Motapothula" userId="S::aswinikumar@edunetfoundation.org::8849ae8d-bc89-4217-899c-9440ffcae5bb" providerId="AD" clId="Web-{5597DED7-87E9-8FFE-C42B-07F44890EE69}" dt="2026-07-14T12:42:29.704" v="12"/>
        <pc:sldMkLst>
          <pc:docMk/>
          <pc:sldMk cId="3585092305" sldId="302"/>
        </pc:sldMkLst>
      </pc:sldChg>
      <pc:sldChg chg="add">
        <pc:chgData name="Aswini Kumar Motapothula" userId="S::aswinikumar@edunetfoundation.org::8849ae8d-bc89-4217-899c-9440ffcae5bb" providerId="AD" clId="Web-{5597DED7-87E9-8FFE-C42B-07F44890EE69}" dt="2026-07-14T12:42:29.876" v="13"/>
        <pc:sldMkLst>
          <pc:docMk/>
          <pc:sldMk cId="2601907186" sldId="303"/>
        </pc:sldMkLst>
      </pc:sldChg>
      <pc:sldChg chg="add">
        <pc:chgData name="Aswini Kumar Motapothula" userId="S::aswinikumar@edunetfoundation.org::8849ae8d-bc89-4217-899c-9440ffcae5bb" providerId="AD" clId="Web-{5597DED7-87E9-8FFE-C42B-07F44890EE69}" dt="2026-07-14T12:42:29.938" v="14"/>
        <pc:sldMkLst>
          <pc:docMk/>
          <pc:sldMk cId="2325282270" sldId="304"/>
        </pc:sldMkLst>
      </pc:sldChg>
      <pc:sldChg chg="add">
        <pc:chgData name="Aswini Kumar Motapothula" userId="S::aswinikumar@edunetfoundation.org::8849ae8d-bc89-4217-899c-9440ffcae5bb" providerId="AD" clId="Web-{5597DED7-87E9-8FFE-C42B-07F44890EE69}" dt="2026-07-14T12:42:29.970" v="15"/>
        <pc:sldMkLst>
          <pc:docMk/>
          <pc:sldMk cId="4040412275" sldId="305"/>
        </pc:sldMkLst>
      </pc:sldChg>
      <pc:sldChg chg="add">
        <pc:chgData name="Aswini Kumar Motapothula" userId="S::aswinikumar@edunetfoundation.org::8849ae8d-bc89-4217-899c-9440ffcae5bb" providerId="AD" clId="Web-{5597DED7-87E9-8FFE-C42B-07F44890EE69}" dt="2026-07-14T12:42:30.016" v="16"/>
        <pc:sldMkLst>
          <pc:docMk/>
          <pc:sldMk cId="740028465" sldId="306"/>
        </pc:sldMkLst>
      </pc:sldChg>
      <pc:sldChg chg="add">
        <pc:chgData name="Aswini Kumar Motapothula" userId="S::aswinikumar@edunetfoundation.org::8849ae8d-bc89-4217-899c-9440ffcae5bb" providerId="AD" clId="Web-{5597DED7-87E9-8FFE-C42B-07F44890EE69}" dt="2026-07-14T12:42:30.157" v="17"/>
        <pc:sldMkLst>
          <pc:docMk/>
          <pc:sldMk cId="2833482715" sldId="307"/>
        </pc:sldMkLst>
      </pc:sldChg>
      <pc:sldChg chg="add">
        <pc:chgData name="Aswini Kumar Motapothula" userId="S::aswinikumar@edunetfoundation.org::8849ae8d-bc89-4217-899c-9440ffcae5bb" providerId="AD" clId="Web-{5597DED7-87E9-8FFE-C42B-07F44890EE69}" dt="2026-07-14T12:42:30.282" v="18"/>
        <pc:sldMkLst>
          <pc:docMk/>
          <pc:sldMk cId="4175177701" sldId="308"/>
        </pc:sldMkLst>
      </pc:sldChg>
      <pc:sldChg chg="add">
        <pc:chgData name="Aswini Kumar Motapothula" userId="S::aswinikumar@edunetfoundation.org::8849ae8d-bc89-4217-899c-9440ffcae5bb" providerId="AD" clId="Web-{5597DED7-87E9-8FFE-C42B-07F44890EE69}" dt="2026-07-14T12:42:30.391" v="19"/>
        <pc:sldMkLst>
          <pc:docMk/>
          <pc:sldMk cId="1440137342" sldId="309"/>
        </pc:sldMkLst>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docChgLst>
    <pc:chgData name="Aman Shrivastava" userId="S::ashrivastava@edunetfoundation.org::c21995ab-fa37-4cde-b5a3-dec0fb9e9a10" providerId="AD" clId="Web-{A6B9108B-7598-1D50-C4AA-8A38026DAEEF}"/>
    <pc:docChg chg="modSld">
      <pc:chgData name="Aman Shrivastava" userId="S::ashrivastava@edunetfoundation.org::c21995ab-fa37-4cde-b5a3-dec0fb9e9a10" providerId="AD" clId="Web-{A6B9108B-7598-1D50-C4AA-8A38026DAEEF}" dt="2026-06-19T06:56:18.840" v="15" actId="20577"/>
      <pc:docMkLst>
        <pc:docMk/>
      </pc:docMkLst>
      <pc:sldChg chg="modSp">
        <pc:chgData name="Aman Shrivastava" userId="S::ashrivastava@edunetfoundation.org::c21995ab-fa37-4cde-b5a3-dec0fb9e9a10" providerId="AD" clId="Web-{A6B9108B-7598-1D50-C4AA-8A38026DAEEF}" dt="2026-06-19T06:56:18.840" v="15" actId="20577"/>
        <pc:sldMkLst>
          <pc:docMk/>
          <pc:sldMk cId="2605851928" sldId="287"/>
        </pc:sldMkLst>
        <pc:spChg chg="mod">
          <ac:chgData name="Aman Shrivastava" userId="S::ashrivastava@edunetfoundation.org::c21995ab-fa37-4cde-b5a3-dec0fb9e9a10" providerId="AD" clId="Web-{A6B9108B-7598-1D50-C4AA-8A38026DAEEF}" dt="2026-06-19T06:56:18.840" v="15" actId="20577"/>
          <ac:spMkLst>
            <pc:docMk/>
            <pc:sldMk cId="2605851928" sldId="287"/>
            <ac:spMk id="279" creationId="{3711AF54-94A6-B837-31EF-9A8C4ECB9AF6}"/>
          </ac:spMkLst>
        </pc:spChg>
      </pc:sldChg>
      <pc:sldChg chg="addSp delSp modSp">
        <pc:chgData name="Aman Shrivastava" userId="S::ashrivastava@edunetfoundation.org::c21995ab-fa37-4cde-b5a3-dec0fb9e9a10" providerId="AD" clId="Web-{A6B9108B-7598-1D50-C4AA-8A38026DAEEF}" dt="2026-06-19T06:56:04.356" v="13" actId="1076"/>
        <pc:sldMkLst>
          <pc:docMk/>
          <pc:sldMk cId="1229047658" sldId="288"/>
        </pc:sldMkLst>
        <pc:picChg chg="add mod">
          <ac:chgData name="Aman Shrivastava" userId="S::ashrivastava@edunetfoundation.org::c21995ab-fa37-4cde-b5a3-dec0fb9e9a10" providerId="AD" clId="Web-{A6B9108B-7598-1D50-C4AA-8A38026DAEEF}" dt="2026-06-19T06:56:04.356" v="13" actId="1076"/>
          <ac:picMkLst>
            <pc:docMk/>
            <pc:sldMk cId="1229047658" sldId="288"/>
            <ac:picMk id="4" creationId="{A037CFD0-B7FF-D9BE-3433-88E5844EF332}"/>
          </ac:picMkLst>
        </pc:picChg>
      </pc:sldChg>
      <pc:sldChg chg="addSp delSp modSp">
        <pc:chgData name="Aman Shrivastava" userId="S::ashrivastava@edunetfoundation.org::c21995ab-fa37-4cde-b5a3-dec0fb9e9a10" providerId="AD" clId="Web-{A6B9108B-7598-1D50-C4AA-8A38026DAEEF}" dt="2026-06-19T06:53:17.010" v="3"/>
        <pc:sldMkLst>
          <pc:docMk/>
          <pc:sldMk cId="2506610743" sldId="28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rotWithShape="1">
          <a:blip r:embed="rId3">
            <a:alphaModFix/>
          </a:blip>
          <a:srcRect/>
          <a:stretch/>
        </p:blipFill>
        <p:spPr>
          <a:xfrm>
            <a:off x="4053024" y="3738417"/>
            <a:ext cx="762500" cy="801811"/>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a:t>Domain of  Project – </a:t>
            </a:r>
            <a:r>
              <a:rPr lang="en-US" sz="2400" b="1">
                <a:highlight>
                  <a:srgbClr val="FFFF00"/>
                </a:highlight>
              </a:rPr>
              <a:t>Education &amp; Academic Research</a:t>
            </a:r>
            <a:endParaRPr lang="en-IN" sz="2400" b="1">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a:t>Project Tile – </a:t>
            </a:r>
            <a:r>
              <a:rPr lang="en-US" sz="2400" b="1">
                <a:highlight>
                  <a:srgbClr val="FFFF00"/>
                </a:highlight>
              </a:rPr>
              <a:t/>
            </a:r>
            <a:r>
              <a:rPr lang="en-US" sz="2400" b="1">
                <a:solidFill>
                  <a:srgbClr val="002060"/>
                </a:solidFill>
                <a:highlight>
                  <a:srgbClr val="FFFF00"/>
                </a:highlight>
                <a:latin typeface="Times New Roman"/>
                <a:ea typeface="Times New Roman"/>
                <a:cs typeface="Times New Roman"/>
                <a:sym typeface="Times New Roman"/>
              </a:rPr>
              <a:t>Research Agent – AI-Powered Academic &amp; Scientific Research Assistant</a:t>
            </a:r>
            <a:r>
              <a:rPr lang="en-US" sz="2400" b="1">
                <a:highlight>
                  <a:srgbClr val="FFFF00"/>
                </a:highlight>
              </a:rPr>
              <a:t/>
            </a:r>
            <a:endParaRPr lang="en-IN" sz="2400" b="1">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dirty="0"/>
              <a:t>Problem Statement : Research Agent</a:t>
            </a:r>
            <a:r>
              <a:rPr lang="en-US" dirty="0"/>
              <a:t> </a:t>
            </a:r>
          </a:p>
          <a:p>
            <a:pPr fontAlgn="base"/>
            <a:endParaRPr lang="en-US" b="1" dirty="0"/>
          </a:p>
          <a:p>
            <a:pPr fontAlgn="base"/>
            <a:r>
              <a:rPr lang="en-US" b="1" dirty="0"/>
              <a:t>The Challenge</a:t>
            </a:r>
            <a:r>
              <a:rPr lang="en-US" dirty="0"/>
              <a:t> </a:t>
            </a:r>
          </a:p>
          <a:p>
            <a:pPr fontAlgn="base"/>
            <a:r>
              <a:rPr lang="en-US" dirty="0"/>
              <a:t>Researchers, students, and faculty often struggle with the overwhelming volume of academic literature, making </a:t>
            </a:r>
            <a:r>
              <a:rPr lang="en-US" b="1" dirty="0"/>
              <a:t>manual literature search, summarization, and reference organization</a:t>
            </a:r>
            <a:r>
              <a:rPr lang="en-US" dirty="0"/>
              <a:t> extremely time-consuming and error-prone. Relevant information is scattered across </a:t>
            </a:r>
            <a:r>
              <a:rPr lang="en-US" b="1" dirty="0"/>
              <a:t>multiple databases, journals, and repositories</a:t>
            </a:r>
            <a:r>
              <a:rPr lang="en-US" dirty="0"/>
              <a:t>, making it difficult to extract insights quickly or draft research content without significant manual effort. </a:t>
            </a:r>
          </a:p>
          <a:p>
            <a:pPr fontAlgn="base"/>
            <a:endParaRPr lang="en-US" dirty="0"/>
          </a:p>
          <a:p>
            <a:pPr fontAlgn="base"/>
            <a:r>
              <a:rPr lang="en-US" b="1" dirty="0"/>
              <a:t>The Objective</a:t>
            </a:r>
            <a:r>
              <a:rPr lang="en-US" dirty="0"/>
              <a:t> </a:t>
            </a:r>
          </a:p>
          <a:p>
            <a:pPr fontAlgn="base"/>
            <a:r>
              <a:rPr lang="en-US" dirty="0"/>
              <a:t>Build an </a:t>
            </a:r>
            <a:r>
              <a:rPr lang="en-US" b="1" dirty="0"/>
              <a:t>AI-powered Research Agent</a:t>
            </a:r>
            <a:r>
              <a:rPr lang="en-US" dirty="0"/>
              <a:t> that assists with </a:t>
            </a:r>
            <a:r>
              <a:rPr lang="en-US" b="1" dirty="0"/>
              <a:t>academic and scientific research tasks</a:t>
            </a:r>
            <a:r>
              <a:rPr lang="en-US" dirty="0"/>
              <a:t> for students, faculty, and R&amp;D teams. The solution should: </a:t>
            </a:r>
          </a:p>
          <a:p>
            <a:pPr marL="285750" indent="-285750" fontAlgn="base">
              <a:buFont typeface="Arial" panose="020B0604020202020204" pitchFamily="34" charset="0"/>
              <a:buChar char="•"/>
            </a:pPr>
            <a:r>
              <a:rPr lang="en-US" b="1" dirty="0"/>
              <a:t>Literature Search &amp; Retrieval</a:t>
            </a:r>
            <a:r>
              <a:rPr lang="en-US" dirty="0"/>
              <a:t> – Autonomously search for relevant papers and literature across trusted academic sources. </a:t>
            </a:r>
          </a:p>
          <a:p>
            <a:pPr marL="285750" indent="-285750" fontAlgn="base">
              <a:buFont typeface="Arial" panose="020B0604020202020204" pitchFamily="34" charset="0"/>
              <a:buChar char="•"/>
            </a:pPr>
            <a:r>
              <a:rPr lang="en-US" b="1" dirty="0"/>
              <a:t>Summarization Engine</a:t>
            </a:r>
            <a:r>
              <a:rPr lang="en-US" dirty="0"/>
              <a:t> – Summarize research papers and long documents into concise, digestible insights. </a:t>
            </a:r>
          </a:p>
          <a:p>
            <a:pPr marL="285750" indent="-285750" fontAlgn="base">
              <a:buFont typeface="Arial" panose="020B0604020202020204" pitchFamily="34" charset="0"/>
              <a:buChar char="•"/>
            </a:pPr>
            <a:r>
              <a:rPr lang="en-US" b="1" dirty="0"/>
              <a:t>Reference &amp; Citation Management</a:t>
            </a:r>
            <a:r>
              <a:rPr lang="en-US" dirty="0"/>
              <a:t> – Organize references, generate citations, and maintain bibliography formats automatically. </a:t>
            </a:r>
          </a:p>
          <a:p>
            <a:pPr marL="285750" indent="-285750" fontAlgn="base">
              <a:buFont typeface="Arial" panose="020B0604020202020204" pitchFamily="34" charset="0"/>
              <a:buChar char="•"/>
            </a:pPr>
            <a:r>
              <a:rPr lang="en-US" b="1" dirty="0"/>
              <a:t>Hypothesis &amp; Draft Generation</a:t>
            </a:r>
            <a:r>
              <a:rPr lang="en-US" dirty="0"/>
              <a:t> – Suggest research hypotheses and draft sections of research papers from retrieved literature. </a:t>
            </a:r>
          </a:p>
          <a:p>
            <a:pPr marL="285750" indent="-285750" fontAlgn="base">
              <a:buFont typeface="Arial" panose="020B0604020202020204" pitchFamily="34" charset="0"/>
              <a:buChar char="•"/>
            </a:pPr>
            <a:r>
              <a:rPr lang="en-US" b="1" dirty="0"/>
              <a:t>Multi-Agent System</a:t>
            </a:r>
            <a:r>
              <a:rPr lang="en-US" dirty="0"/>
              <a:t> – </a:t>
            </a:r>
          </a:p>
          <a:p>
            <a:pPr marL="285750" indent="-285750" fontAlgn="base">
              <a:buFont typeface="Arial" panose="020B0604020202020204" pitchFamily="34" charset="0"/>
              <a:buChar char="•"/>
            </a:pPr>
            <a:r>
              <a:rPr lang="en-US" b="1" dirty="0"/>
              <a:t>Literature Search Agent</a:t>
            </a:r>
            <a:r>
              <a:rPr lang="en-US" dirty="0"/>
              <a:t> (retrieves relevant papers and articles) </a:t>
            </a:r>
          </a:p>
          <a:p>
            <a:pPr marL="285750" indent="-285750" fontAlgn="base">
              <a:buFont typeface="Arial" panose="020B0604020202020204" pitchFamily="34" charset="0"/>
              <a:buChar char="•"/>
            </a:pPr>
            <a:r>
              <a:rPr lang="en-US" b="1" dirty="0"/>
              <a:t>Summarization Agent</a:t>
            </a:r>
            <a:r>
              <a:rPr lang="en-US" dirty="0"/>
              <a:t> (condenses papers into key insights) </a:t>
            </a:r>
          </a:p>
          <a:p>
            <a:pPr marL="285750" indent="-285750" fontAlgn="base">
              <a:buFont typeface="Arial" panose="020B0604020202020204" pitchFamily="34" charset="0"/>
              <a:buChar char="•"/>
            </a:pPr>
            <a:r>
              <a:rPr lang="en-US" b="1" dirty="0"/>
              <a:t>Citation &amp; Reference Agent</a:t>
            </a:r>
            <a:r>
              <a:rPr lang="en-US" dirty="0"/>
              <a:t> (manages citations and bibliography) </a:t>
            </a:r>
          </a:p>
          <a:p>
            <a:pPr marL="285750" indent="-285750" fontAlgn="base">
              <a:buFont typeface="Arial" panose="020B0604020202020204" pitchFamily="34" charset="0"/>
              <a:buChar char="•"/>
            </a:pPr>
            <a:r>
              <a:rPr lang="en-US" b="1" dirty="0"/>
              <a:t>Report &amp; Draft Generation Agent</a:t>
            </a:r>
            <a:r>
              <a:rPr lang="en-US" dirty="0"/>
              <a:t> (drafts report sections and suggests hypotheses) </a:t>
            </a:r>
          </a:p>
          <a:p>
            <a:pPr marL="285750" indent="-285750" fontAlgn="base">
              <a:buFont typeface="Arial" panose="020B0604020202020204" pitchFamily="34" charset="0"/>
              <a:buChar char="•"/>
            </a:pPr>
            <a:r>
              <a:rPr lang="en-US" b="1" dirty="0"/>
              <a:t>Research Dashboard</a:t>
            </a:r>
            <a:r>
              <a:rPr lang="en-US" dirty="0"/>
              <a:t> – Show search history, saved papers, citation graphs, and drafting progress in one place. </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262979"/>
          </a:xfrm>
          <a:prstGeom prst="rect">
            <a:avLst/>
          </a:prstGeom>
          <a:noFill/>
        </p:spPr>
        <p:txBody>
          <a:bodyPr wrap="square" rtlCol="0">
            <a:spAutoFit/>
          </a:bodyPr>
          <a:lstStyle/>
          <a:p>
            <a:pPr fontAlgn="base"/>
            <a:endParaRPr lang="en-US" b="1" dirty="0"/>
          </a:p>
          <a:p>
            <a:r>
              <a:rPr lang="en-US" b="1" dirty="0"/>
              <a:t>Proposed Solution: AI-Powered Research Agent</a:t>
            </a:r>
          </a:p>
          <a:p>
            <a:r>
              <a:rPr lang="en-US" dirty="0"/>
              <a:t>The proposed solution is a </a:t>
            </a:r>
            <a:r>
              <a:rPr lang="en-US" b="1" dirty="0"/>
              <a:t>multi-agent AI-powered Research Agent</a:t>
            </a:r>
            <a:r>
              <a:rPr lang="en-US" dirty="0"/>
              <a:t> built using </a:t>
            </a:r>
            <a:r>
              <a:rPr lang="en-US" b="1" dirty="0"/>
              <a:t>IBM Bob, IBM watsonx.ai, and Granite Models</a:t>
            </a:r>
            <a:r>
              <a:rPr lang="en-US" dirty="0"/>
              <a:t> to automate literature search, summarization, and drafting for academic and scientific research. The system addresses challenges in information overload, citation management, and repetitive research tasks through an intelligent, modular architecture.</a:t>
            </a:r>
          </a:p>
          <a:p>
            <a:r>
              <a:rPr lang="en-US" dirty="0"/>
              <a:t>At its core, the solution uses a </a:t>
            </a:r>
            <a:r>
              <a:rPr lang="en-US" b="1" dirty="0"/>
              <a:t>Retrieval-Augmented Generation (RAG)</a:t>
            </a:r>
            <a:r>
              <a:rPr lang="en-US" dirty="0"/>
              <a:t> pipeline to fetch accurate literature from trusted academic sources such as arXiv, Google Scholar, and institutional repositories. This data is embedded and stored in a vector database, enabling the system to retrieve and summarize relevant papers using Granite models.</a:t>
            </a:r>
          </a:p>
          <a:p>
            <a:r>
              <a:rPr lang="en-US" dirty="0"/>
              <a:t>The system consists of four key agents:</a:t>
            </a:r>
          </a:p>
          <a:p>
            <a:r>
              <a:rPr lang="en-US" b="1" dirty="0"/>
              <a:t>Literature Search Agent</a:t>
            </a:r>
            <a:r>
              <a:rPr lang="en-US" dirty="0"/>
              <a:t> retrieves relevant papers, articles, and literature from trusted academic databases using RAG. </a:t>
            </a:r>
          </a:p>
          <a:p>
            <a:r>
              <a:rPr lang="en-US" b="1" dirty="0"/>
              <a:t>Summarization Agent</a:t>
            </a:r>
            <a:r>
              <a:rPr lang="en-US" dirty="0"/>
              <a:t> condenses lengthy papers into concise summaries and key takeaways. </a:t>
            </a:r>
          </a:p>
          <a:p>
            <a:r>
              <a:rPr lang="en-US" b="1" dirty="0"/>
              <a:t>Citation &amp; Reference Agent</a:t>
            </a:r>
            <a:r>
              <a:rPr lang="en-US" dirty="0"/>
              <a:t> organizes citations, manages bibliographies, and ensures correct referencing formats. </a:t>
            </a:r>
          </a:p>
          <a:p>
            <a:r>
              <a:rPr lang="en-US" b="1" dirty="0"/>
              <a:t>Report &amp; Draft Generation Agent</a:t>
            </a:r>
            <a:r>
              <a:rPr lang="en-US" dirty="0"/>
              <a:t> suggests hypotheses and drafts sections of research papers based on retrieved literature. </a:t>
            </a:r>
          </a:p>
          <a:p>
            <a:r>
              <a:rPr lang="en-US" dirty="0"/>
              <a:t>The solution includes a </a:t>
            </a:r>
            <a:r>
              <a:rPr lang="en-US" b="1" dirty="0"/>
              <a:t>research dashboard</a:t>
            </a:r>
            <a:r>
              <a:rPr lang="en-US" dirty="0"/>
              <a:t> (built with </a:t>
            </a:r>
            <a:r>
              <a:rPr lang="en-US" dirty="0" err="1"/>
              <a:t>Streamlit</a:t>
            </a:r>
            <a:r>
              <a:rPr lang="en-US" dirty="0"/>
              <a:t> or React) that visualizes saved papers, citation graphs, search history, and drafting progress.</a:t>
            </a:r>
          </a:p>
          <a:p>
            <a:r>
              <a:rPr lang="en-US" dirty="0"/>
              <a:t>IBM Bob is used to orchestrate agent workflows, while watsonx.ai ensures scalable model deployment, embeddings, and AI governance. Granite models power reasoning, summarization, and text generation.</a:t>
            </a:r>
          </a:p>
          <a:p>
            <a:r>
              <a:rPr lang="en-US" dirty="0"/>
              <a:t>Overall, this solution delivers an </a:t>
            </a:r>
            <a:r>
              <a:rPr lang="en-US" b="1" dirty="0"/>
              <a:t>end-to-end intelligent research assistant</a:t>
            </a:r>
            <a:r>
              <a:rPr lang="en-US" dirty="0"/>
              <a:t> that saves researchers time by automating literature review, citation management, and draft generation.</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dirty="0"/>
              <a:t>IBM Bob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ibm-granite-3-2-8b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Research Agent efficiently. IBM Cloud enables a </a:t>
            </a:r>
            <a:r>
              <a:rPr lang="en-US" sz="1800" b="1" dirty="0"/>
              <a:t>reliable, secure, and scalable environment</a:t>
            </a:r>
            <a:r>
              <a:rPr lang="en-US" sz="1800" dirty="0"/>
              <a:t> for deploying the Research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Research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literature and reference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pic>
        <p:nvPicPr>
          <p:cNvPr id="4" name="Picture 3">
            <a:extLst>
              <a:ext uri="{FF2B5EF4-FFF2-40B4-BE49-F238E27FC236}">
                <a16:creationId xmlns:a16="http://schemas.microsoft.com/office/drawing/2014/main" id="{F1332F3F-EEF3-260F-52BA-62370775058E}"/>
              </a:ext>
            </a:extLst>
          </p:cNvPr>
          <p:cNvPicPr>
            <a:picLocks noChangeAspect="1"/>
          </p:cNvPicPr>
          <p:nvPr/>
        </p:nvPicPr>
        <p:blipFill>
          <a:blip r:embed="rId3"/>
          <a:stretch>
            <a:fillRect/>
          </a:stretch>
        </p:blipFill>
        <p:spPr>
          <a:xfrm>
            <a:off x="930880" y="863187"/>
            <a:ext cx="10028385" cy="5336589"/>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pic>
        <p:nvPicPr>
          <p:cNvPr id="4" name="Picture 3">
            <a:extLst>
              <a:ext uri="{FF2B5EF4-FFF2-40B4-BE49-F238E27FC236}">
                <a16:creationId xmlns:a16="http://schemas.microsoft.com/office/drawing/2014/main" id="{26AE77B4-704A-3A83-DF19-A19BAD53F97B}"/>
              </a:ext>
            </a:extLst>
          </p:cNvPr>
          <p:cNvPicPr>
            <a:picLocks noChangeAspect="1"/>
          </p:cNvPicPr>
          <p:nvPr/>
        </p:nvPicPr>
        <p:blipFill>
          <a:blip r:embed="rId3"/>
          <a:stretch>
            <a:fillRect/>
          </a:stretch>
        </p:blipFill>
        <p:spPr>
          <a:xfrm>
            <a:off x="1070124" y="862241"/>
            <a:ext cx="10051752" cy="5319357"/>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33A290A-6680-D490-E6D4-9336496B1C34}"/>
              </a:ext>
            </a:extLst>
          </p:cNvPr>
          <p:cNvPicPr>
            <a:picLocks noChangeAspect="1"/>
          </p:cNvPicPr>
          <p:nvPr/>
        </p:nvPicPr>
        <p:blipFill>
          <a:blip r:embed="rId2"/>
          <a:stretch>
            <a:fillRect/>
          </a:stretch>
        </p:blipFill>
        <p:spPr>
          <a:xfrm>
            <a:off x="157335" y="400546"/>
            <a:ext cx="11145396" cy="5716790"/>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5" name="Picture 4">
            <a:extLst>
              <a:ext uri="{FF2B5EF4-FFF2-40B4-BE49-F238E27FC236}">
                <a16:creationId xmlns:a16="http://schemas.microsoft.com/office/drawing/2014/main" id="{6697535D-EBF5-41DE-E93B-760133BF95C6}"/>
              </a:ext>
            </a:extLst>
          </p:cNvPr>
          <p:cNvPicPr>
            <a:picLocks noChangeAspect="1"/>
          </p:cNvPicPr>
          <p:nvPr/>
        </p:nvPicPr>
        <p:blipFill>
          <a:blip r:embed="rId3"/>
          <a:stretch>
            <a:fillRect/>
          </a:stretch>
        </p:blipFill>
        <p:spPr>
          <a:xfrm>
            <a:off x="537590" y="1053082"/>
            <a:ext cx="10550792" cy="4276002"/>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US" b="1"/>
              <a:t>Role of Agentic AI in Research Agent</a:t>
            </a:r>
          </a:p>
          <a:p>
            <a:r>
              <a:rPr lang="en-US" b="1"/>
              <a:t>Agentic AI</a:t>
            </a:r>
            <a:r>
              <a:rPr lang="en-US"/>
              <a:t> enables the Research Agent to function as an intelligent, autonomous system rather than a simple search tool. Using </a:t>
            </a:r>
            <a:r>
              <a:rPr lang="en-US" b="1"/>
              <a:t>IBM watsonx.ai</a:t>
            </a:r>
            <a:r>
              <a:rPr lang="en-US"/>
              <a:t> and </a:t>
            </a:r>
            <a:r>
              <a:rPr lang="en-US" b="1"/>
              <a:t>IBM Granite models</a:t>
            </a:r>
            <a:r>
              <a:rPr lang="en-US"/>
              <a:t>, it coordinates multiple specialized agents to deliver personalized research assistance.</a:t>
            </a:r>
          </a:p>
          <a:p>
            <a:r>
              <a:rPr lang="en-US"/>
              <a:t>Each agent performs a specific role—such as searching literature, summarizing papers, managing citations, and drafting report sections—while working collaboratively. This </a:t>
            </a:r>
            <a:r>
              <a:rPr lang="en-US" b="1"/>
              <a:t>multi-agent approach</a:t>
            </a:r>
            <a:r>
              <a:rPr lang="en-US"/>
              <a:t> ensures efficient task execution and accurate results.</a:t>
            </a:r>
          </a:p>
          <a:p>
            <a:r>
              <a:rPr lang="en-US"/>
              <a:t>Agentic AI also brings </a:t>
            </a:r>
            <a:r>
              <a:rPr lang="en-US" b="1"/>
              <a:t>context awareness</a:t>
            </a:r>
            <a:r>
              <a:rPr lang="en-US"/>
              <a:t>, understanding user details like research domain, topic scope, and citation style to generate tailored outputs. It supports </a:t>
            </a:r>
            <a:r>
              <a:rPr lang="en-US" b="1"/>
              <a:t>real-time adaptation</a:t>
            </a:r>
            <a:r>
              <a:rPr lang="en-US"/>
              <a:t>, continuously refining searches and drafts based on researcher feedback.</a:t>
            </a:r>
          </a:p>
          <a:p>
            <a:r>
              <a:rPr lang="en-US"/>
              <a:t>Additionally, agents communicate with each other, enabling better decision-making and improved outcomes.</a:t>
            </a:r>
          </a:p>
          <a:p>
            <a:r>
              <a:rPr lang="en-US"/>
              <a:t>Overall, Agentic AI makes the system proactive, personalized, and goal-driven, acting like a </a:t>
            </a:r>
            <a:r>
              <a:rPr lang="en-US" b="1"/>
              <a:t>smart digital research assistant</a:t>
            </a:r>
            <a:r>
              <a:rPr lang="en-US"/>
              <a:t> that helps researchers accelerate literature review, writing, and discovery.</a:t>
            </a:r>
          </a:p>
        </p:txBody>
      </p:sp>
    </p:spTree>
    <p:extLst>
      <p:ext uri="{BB962C8B-B14F-4D97-AF65-F5344CB8AC3E}">
        <p14:creationId xmlns:p14="http://schemas.microsoft.com/office/powerpoint/2010/main" val="4000696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pic>
        <p:nvPicPr>
          <p:cNvPr id="12" name="Picture 11" descr="A screenshot of a computer&#10;&#10;AI-generated content may be incorrect.">
            <a:extLst>
              <a:ext uri="{FF2B5EF4-FFF2-40B4-BE49-F238E27FC236}">
                <a16:creationId xmlns:a16="http://schemas.microsoft.com/office/drawing/2014/main" id="{3E29AF1D-88C4-87E5-74DF-4E97121E06CE}"/>
              </a:ext>
            </a:extLst>
          </p:cNvPr>
          <p:cNvPicPr>
            <a:picLocks noChangeAspect="1"/>
          </p:cNvPicPr>
          <p:nvPr/>
        </p:nvPicPr>
        <p:blipFill>
          <a:blip r:embed="rId3"/>
          <a:stretch>
            <a:fillRect/>
          </a:stretch>
        </p:blipFill>
        <p:spPr>
          <a:xfrm>
            <a:off x="114240" y="2453592"/>
            <a:ext cx="5095875" cy="2857500"/>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C81444F5-0692-DD67-1759-70821E53B029}"/>
              </a:ext>
            </a:extLst>
          </p:cNvPr>
          <p:cNvPicPr>
            <a:picLocks noChangeAspect="1"/>
          </p:cNvPicPr>
          <p:nvPr/>
        </p:nvPicPr>
        <p:blipFill>
          <a:blip r:embed="rId4"/>
          <a:stretch>
            <a:fillRect/>
          </a:stretch>
        </p:blipFill>
        <p:spPr>
          <a:xfrm>
            <a:off x="6159601" y="2451181"/>
            <a:ext cx="5724525" cy="2857500"/>
          </a:xfrm>
          <a:prstGeom prst="rect">
            <a:avLst/>
          </a:prstGeom>
        </p:spPr>
      </p:pic>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spTree>
    <p:extLst>
      <p:ext uri="{BB962C8B-B14F-4D97-AF65-F5344CB8AC3E}">
        <p14:creationId xmlns:p14="http://schemas.microsoft.com/office/powerpoint/2010/main" val="8934170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E430EE8C-8F89-5938-483F-00452050511A}"/>
              </a:ext>
            </a:extLst>
          </p:cNvPr>
          <p:cNvPicPr>
            <a:picLocks noChangeAspect="1"/>
          </p:cNvPicPr>
          <p:nvPr/>
        </p:nvPicPr>
        <p:blipFill>
          <a:blip r:embed="rId3"/>
          <a:stretch>
            <a:fillRect/>
          </a:stretch>
        </p:blipFill>
        <p:spPr>
          <a:xfrm>
            <a:off x="409144" y="885593"/>
            <a:ext cx="11163874" cy="5715294"/>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146B9DE6-C4BB-B81B-528A-B8789445C3FE}"/>
              </a:ext>
            </a:extLst>
          </p:cNvPr>
          <p:cNvPicPr>
            <a:picLocks noChangeAspect="1"/>
          </p:cNvPicPr>
          <p:nvPr/>
        </p:nvPicPr>
        <p:blipFill>
          <a:blip r:embed="rId3"/>
          <a:stretch>
            <a:fillRect/>
          </a:stretch>
        </p:blipFill>
        <p:spPr>
          <a:xfrm>
            <a:off x="561749" y="1004536"/>
            <a:ext cx="10493347" cy="5288404"/>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BA6C1B5E-405A-0E58-2397-353A88D82B9B}"/>
              </a:ext>
            </a:extLst>
          </p:cNvPr>
          <p:cNvPicPr>
            <a:picLocks noChangeAspect="1"/>
          </p:cNvPicPr>
          <p:nvPr/>
        </p:nvPicPr>
        <p:blipFill>
          <a:blip r:embed="rId3"/>
          <a:stretch>
            <a:fillRect/>
          </a:stretch>
        </p:blipFill>
        <p:spPr>
          <a:xfrm>
            <a:off x="804493" y="800029"/>
            <a:ext cx="10583014" cy="5945011"/>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a:t>The proposed Research Agent stands out by combining </a:t>
            </a:r>
            <a:r>
              <a:rPr lang="en-IN" sz="1800" b="1"/>
              <a:t>Agentic AI, RAG, and automation</a:t>
            </a:r>
            <a:r>
              <a:rPr lang="en-IN" sz="1800"/>
              <a:t> into a single intelligent system.</a:t>
            </a:r>
          </a:p>
          <a:p>
            <a:endParaRPr lang="en-IN" sz="1800"/>
          </a:p>
          <a:p>
            <a:r>
              <a:rPr lang="en-IN" sz="1800" b="1"/>
              <a:t>Multi-Agent Intelligence</a:t>
            </a:r>
            <a:r>
              <a:rPr lang="en-IN" sz="1800"/>
              <a:t> – Instead of a single search tool, multiple specialized agents collaborate to deliver accurate literature search, summarization, and drafting. </a:t>
            </a:r>
          </a:p>
          <a:p>
            <a:r>
              <a:rPr lang="en-IN" sz="1800" b="1"/>
              <a:t>RAG-Based Accuracy</a:t>
            </a:r>
            <a:r>
              <a:rPr lang="en-IN" sz="1800"/>
              <a:t> – Integrates real-time literature retrieval with AI generation, reducing hallucination and ensuring trustworthy citations. </a:t>
            </a:r>
          </a:p>
          <a:p>
            <a:r>
              <a:rPr lang="en-IN" sz="1800" b="1"/>
              <a:t>Faster Literature Review</a:t>
            </a:r>
            <a:r>
              <a:rPr lang="en-IN" sz="1800"/>
              <a:t> – Cuts down hours of manual paper reading into minutes of AI-assisted summarization. </a:t>
            </a:r>
          </a:p>
          <a:p>
            <a:r>
              <a:rPr lang="en-IN" sz="1800" b="1"/>
              <a:t>Real-Time Feedback Loop</a:t>
            </a:r>
            <a:r>
              <a:rPr lang="en-IN" sz="1800"/>
              <a:t> – Continuously adapts drafts and searches based on researcher </a:t>
            </a:r>
            <a:r>
              <a:rPr lang="en-IN" sz="1800" err="1"/>
              <a:t>feedback</a:t>
            </a:r>
            <a:r>
              <a:rPr lang="en-IN" sz="1800"/>
              <a:t>. </a:t>
            </a:r>
          </a:p>
          <a:p>
            <a:r>
              <a:rPr lang="en-IN" sz="1800" b="1"/>
              <a:t>Automated Citation Management</a:t>
            </a:r>
            <a:r>
              <a:rPr lang="en-IN" sz="1800"/>
              <a:t> – Organizes references and generates properly formatted bibliographies automatically. </a:t>
            </a:r>
          </a:p>
          <a:p>
            <a:r>
              <a:rPr lang="en-IN" sz="1800" b="1"/>
              <a:t>Draft Generation Support</a:t>
            </a:r>
            <a:r>
              <a:rPr lang="en-IN" sz="1800"/>
              <a:t> – Goes beyond search to help draft hypotheses and paper sections. </a:t>
            </a:r>
          </a:p>
          <a:p>
            <a:r>
              <a:rPr lang="en-IN" sz="1800" b="1"/>
              <a:t>Scalable &amp; Enterprise-Ready</a:t>
            </a:r>
            <a:r>
              <a:rPr lang="en-IN" sz="1800"/>
              <a:t> – Built on </a:t>
            </a:r>
            <a:r>
              <a:rPr lang="en-IN" sz="1800" b="1"/>
              <a:t>IBM watsonx.ai</a:t>
            </a:r>
            <a:r>
              <a:rPr lang="en-IN" sz="1800"/>
              <a:t> with </a:t>
            </a:r>
            <a:r>
              <a:rPr lang="en-IN" sz="1800" b="1"/>
              <a:t>IBM Granite models</a:t>
            </a:r>
            <a:r>
              <a:rPr lang="en-IN" sz="1800"/>
              <a:t>, ensuring reliability and governance. </a:t>
            </a:r>
          </a:p>
          <a:p>
            <a:endParaRPr lang="en-IN" sz="1800"/>
          </a:p>
          <a:p>
            <a:r>
              <a:rPr lang="en-IN" sz="1800"/>
              <a:t>This makes the solution a </a:t>
            </a:r>
            <a:r>
              <a:rPr lang="en-IN" sz="1800" b="1"/>
              <a:t>smart, adaptive, and proactive digital research assistant</a:t>
            </a:r>
            <a:r>
              <a:rPr lang="en-IN" sz="1800"/>
              <a:t>, not just a static search engine.</a:t>
            </a:r>
            <a:endParaRPr lang="en-US"/>
          </a:p>
          <a:p>
            <a:endParaRPr lang="en-IN"/>
          </a:p>
        </p:txBody>
      </p:sp>
    </p:spTree>
    <p:extLst>
      <p:ext uri="{BB962C8B-B14F-4D97-AF65-F5344CB8AC3E}">
        <p14:creationId xmlns:p14="http://schemas.microsoft.com/office/powerpoint/2010/main" val="2325282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 Please create public </a:t>
            </a:r>
            <a:r>
              <a:rPr lang="en-US" sz="1850" b="0" i="0" u="none" strike="noStrike" cap="none" err="1">
                <a:solidFill>
                  <a:srgbClr val="2B3541"/>
                </a:solidFill>
                <a:latin typeface="Times New Roman"/>
                <a:ea typeface="Times New Roman"/>
                <a:cs typeface="Times New Roman"/>
                <a:sym typeface="Times New Roman"/>
              </a:rPr>
              <a:t>github</a:t>
            </a:r>
            <a:r>
              <a:rPr lang="en-US" sz="1850" b="0" i="0" u="none" strike="noStrike" cap="none">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a:solidFill>
                  <a:srgbClr val="2B3541"/>
                </a:solidFill>
                <a:latin typeface="Times New Roman"/>
                <a:ea typeface="Times New Roman"/>
                <a:cs typeface="Times New Roman"/>
                <a:sym typeface="Times New Roman"/>
              </a:rPr>
              <a:t>Please test and Paste the working  </a:t>
            </a:r>
            <a:r>
              <a:rPr lang="en-US" sz="1850" err="1">
                <a:solidFill>
                  <a:srgbClr val="2B3541"/>
                </a:solidFill>
                <a:latin typeface="Times New Roman"/>
                <a:ea typeface="Times New Roman"/>
                <a:cs typeface="Times New Roman"/>
                <a:sym typeface="Times New Roman"/>
              </a:rPr>
              <a:t>Github</a:t>
            </a:r>
            <a:r>
              <a:rPr lang="en-US" sz="1850">
                <a:solidFill>
                  <a:srgbClr val="2B3541"/>
                </a:solidFill>
                <a:latin typeface="Times New Roman"/>
                <a:ea typeface="Times New Roman"/>
                <a:cs typeface="Times New Roman"/>
                <a:sym typeface="Times New Roman"/>
              </a:rPr>
              <a:t> URL –</a:t>
            </a:r>
          </a:p>
          <a:p>
            <a:pPr lvl="0">
              <a:lnSpc>
                <a:spcPct val="162162"/>
              </a:lnSpc>
              <a:buClr>
                <a:srgbClr val="2B3541"/>
              </a:buClr>
              <a:buSzPts val="1850"/>
            </a:pPr>
            <a:r>
              <a:rPr lang="en-US" sz="1850" b="1">
                <a:solidFill>
                  <a:srgbClr val="2B3541"/>
                </a:solidFill>
                <a:latin typeface="Times New Roman"/>
                <a:ea typeface="Times New Roman"/>
                <a:cs typeface="Times New Roman"/>
                <a:sym typeface="Times New Roman"/>
              </a:rPr>
              <a:t>Make sure you have Uploaded following three files into your </a:t>
            </a:r>
            <a:r>
              <a:rPr lang="en-US" sz="1850" b="1" err="1">
                <a:solidFill>
                  <a:srgbClr val="2B3541"/>
                </a:solidFill>
                <a:latin typeface="Times New Roman"/>
                <a:ea typeface="Times New Roman"/>
                <a:cs typeface="Times New Roman"/>
                <a:sym typeface="Times New Roman"/>
              </a:rPr>
              <a:t>github</a:t>
            </a:r>
            <a:r>
              <a:rPr lang="en-US" sz="1850" b="1">
                <a:solidFill>
                  <a:srgbClr val="2B3541"/>
                </a:solidFill>
                <a:latin typeface="Times New Roman"/>
                <a:ea typeface="Times New Roman"/>
                <a:cs typeface="Times New Roman"/>
                <a:sym typeface="Times New Roman"/>
              </a:rPr>
              <a:t> repository  </a:t>
            </a:r>
            <a:br>
              <a:rPr lang="en-US" sz="1850">
                <a:solidFill>
                  <a:srgbClr val="2B3541"/>
                </a:solidFill>
                <a:latin typeface="Times New Roman"/>
                <a:ea typeface="Times New Roman"/>
                <a:cs typeface="Times New Roman"/>
                <a:sym typeface="Times New Roman"/>
              </a:rPr>
            </a:br>
            <a:r>
              <a:rPr lang="en-US" sz="1850">
                <a:solidFill>
                  <a:srgbClr val="2B3541"/>
                </a:solidFill>
                <a:latin typeface="Times New Roman"/>
                <a:ea typeface="Times New Roman"/>
                <a:cs typeface="Times New Roman"/>
                <a:sym typeface="Times New Roman"/>
              </a:rPr>
              <a:t>1) All Agent relevant files of IBM Cloud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a:solidFill>
                  <a:srgbClr val="2B3541"/>
                </a:solidFill>
                <a:latin typeface="Times New Roman"/>
                <a:ea typeface="Times New Roman"/>
                <a:cs typeface="Times New Roman"/>
                <a:sym typeface="Times New Roman"/>
              </a:rPr>
              <a:t>1. Integration with Live Academic Databases &amp; APIs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The system can be integrated with live APIs from IEEE, Springer, PubMed, and Scopus to fetch the latest publications in real time. This will enable the Research Agent to provide more current and comprehensive literature coverage beyond static datasets.</a:t>
            </a:r>
          </a:p>
          <a:p>
            <a:pPr marL="0" marR="0" lvl="0" indent="0" algn="l" rtl="0">
              <a:lnSpc>
                <a:spcPct val="162162"/>
              </a:lnSpc>
              <a:spcBef>
                <a:spcPts val="0"/>
              </a:spcBef>
              <a:spcAft>
                <a:spcPts val="0"/>
              </a:spcAft>
              <a:buClr>
                <a:srgbClr val="2B3541"/>
              </a:buClr>
              <a:buSzPts val="1850"/>
              <a:buFont typeface="Times New Roman"/>
              <a:buNone/>
            </a:pPr>
            <a:r>
              <a:rPr lang="en-US" sz="1850" b="1">
                <a:solidFill>
                  <a:srgbClr val="2B3541"/>
                </a:solidFill>
                <a:latin typeface="Times New Roman"/>
                <a:ea typeface="Times New Roman"/>
                <a:cs typeface="Times New Roman"/>
                <a:sym typeface="Times New Roman"/>
              </a:rPr>
              <a:t>2.</a:t>
            </a:r>
            <a:r>
              <a:rPr lang="en-US" sz="1850" b="1" i="0" u="none" strike="noStrike" cap="none">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Enhancing the system with a voice-enabled assistant and support for multiple regional languages will improve accessibility for researchers. Users can interact naturally in their preferred language and dictate queries, making the solution more inclusive for diverse academic communities.</a:t>
            </a: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114531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Please  add your </a:t>
            </a:r>
            <a:r>
              <a:rPr lang="en-US" sz="2400" b="1" dirty="0" err="1"/>
              <a:t>credly</a:t>
            </a:r>
            <a:r>
              <a:rPr lang="en-US" sz="2400" b="1" dirty="0"/>
              <a:t> certificate(Getting Started with Artificial Intelligence)  </a:t>
            </a:r>
          </a:p>
        </p:txBody>
      </p:sp>
      <p:grpSp>
        <p:nvGrpSpPr>
          <p:cNvPr id="8" name="Group 7">
            <a:extLst>
              <a:ext uri="{FF2B5EF4-FFF2-40B4-BE49-F238E27FC236}">
                <a16:creationId xmlns:a16="http://schemas.microsoft.com/office/drawing/2014/main" id="{F8E1A664-937F-0995-A503-E9C101158D8C}"/>
              </a:ext>
            </a:extLst>
          </p:cNvPr>
          <p:cNvGrpSpPr/>
          <p:nvPr/>
        </p:nvGrpSpPr>
        <p:grpSpPr>
          <a:xfrm>
            <a:off x="2407123" y="1423459"/>
            <a:ext cx="6389964" cy="4744480"/>
            <a:chOff x="2023664" y="1423459"/>
            <a:chExt cx="6389964" cy="4744480"/>
          </a:xfrm>
        </p:grpSpPr>
        <p:pic>
          <p:nvPicPr>
            <p:cNvPr id="5" name="Picture 4">
              <a:extLst>
                <a:ext uri="{FF2B5EF4-FFF2-40B4-BE49-F238E27FC236}">
                  <a16:creationId xmlns:a16="http://schemas.microsoft.com/office/drawing/2014/main" id="{ECA1DC75-9677-2534-42C6-0CCDB0680091}"/>
                </a:ext>
              </a:extLst>
            </p:cNvPr>
            <p:cNvPicPr>
              <a:picLocks noChangeAspect="1"/>
            </p:cNvPicPr>
            <p:nvPr/>
          </p:nvPicPr>
          <p:blipFill>
            <a:blip r:embed="rId2"/>
            <a:stretch>
              <a:fillRect/>
            </a:stretch>
          </p:blipFill>
          <p:spPr>
            <a:xfrm>
              <a:off x="2023664" y="1423459"/>
              <a:ext cx="6389964" cy="4744480"/>
            </a:xfrm>
            <a:prstGeom prst="rect">
              <a:avLst/>
            </a:prstGeom>
          </p:spPr>
        </p:pic>
        <p:sp>
          <p:nvSpPr>
            <p:cNvPr id="7" name="Rectangle 6">
              <a:extLst>
                <a:ext uri="{FF2B5EF4-FFF2-40B4-BE49-F238E27FC236}">
                  <a16:creationId xmlns:a16="http://schemas.microsoft.com/office/drawing/2014/main" id="{633BADBC-6623-0D21-CD7E-B05CE0A81B97}"/>
                </a:ext>
              </a:extLst>
            </p:cNvPr>
            <p:cNvSpPr/>
            <p:nvPr/>
          </p:nvSpPr>
          <p:spPr>
            <a:xfrm>
              <a:off x="2458065" y="2979175"/>
              <a:ext cx="4414683" cy="44982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833482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ertificate with red text&#10;&#10;AI-generated content may be incorrect.">
            <a:extLst>
              <a:ext uri="{FF2B5EF4-FFF2-40B4-BE49-F238E27FC236}">
                <a16:creationId xmlns:a16="http://schemas.microsoft.com/office/drawing/2014/main" id="{099C3698-991D-7A38-C456-893C84C23FC9}"/>
              </a:ext>
            </a:extLst>
          </p:cNvPr>
          <p:cNvPicPr>
            <a:picLocks noChangeAspect="1"/>
          </p:cNvPicPr>
          <p:nvPr/>
        </p:nvPicPr>
        <p:blipFill>
          <a:blip r:embed="rId2"/>
          <a:srcRect r="177" b="-275"/>
          <a:stretch>
            <a:fillRect/>
          </a:stretch>
        </p:blipFill>
        <p:spPr>
          <a:xfrm>
            <a:off x="2512736" y="1712637"/>
            <a:ext cx="7177553" cy="4658577"/>
          </a:xfrm>
          <a:prstGeom prst="rect">
            <a:avLst/>
          </a:prstGeom>
        </p:spPr>
      </p:pic>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spTree>
    <p:extLst>
      <p:ext uri="{BB962C8B-B14F-4D97-AF65-F5344CB8AC3E}">
        <p14:creationId xmlns:p14="http://schemas.microsoft.com/office/powerpoint/2010/main" val="41751777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38</TotalTime>
  <Words>1413</Words>
  <Application>Microsoft Office PowerPoint</Application>
  <PresentationFormat>Widescreen</PresentationFormat>
  <Paragraphs>123</Paragraphs>
  <Slides>20</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Aswini Kumar Motapothula</cp:lastModifiedBy>
  <cp:revision>3</cp:revision>
  <dcterms:created xsi:type="dcterms:W3CDTF">2025-07-08T05:06:56Z</dcterms:created>
  <dcterms:modified xsi:type="dcterms:W3CDTF">2026-09-04T14:13:37Z</dcterms:modified>
</cp:coreProperties>
</file>