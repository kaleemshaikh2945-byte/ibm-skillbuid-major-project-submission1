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10" r:id="rId26"/>
    <p:sldId id="311" r:id="rId25"/>
    <p:sldId id="308" r:id="rId20"/>
    <p:sldId id="30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21.xml"/><Relationship Id="rId21" Type="http://schemas.openxmlformats.org/officeDocument/2006/relationships/slide" Target="slides/slide22.xml"/><Relationship Id="rId22" Type="http://schemas.openxmlformats.org/officeDocument/2006/relationships/notesMaster" Target="notesMasters/notesMaster1.xml"/><Relationship Id="rId25" Type="http://schemas.openxmlformats.org/officeDocument/2006/relationships/slide" Target="slides/slide20.xml"/><Relationship Id="rId26" Type="http://schemas.openxmlformats.org/officeDocument/2006/relationships/slide" Target="slides/slide19.xml"/><Relationship Id="rId27" Type="http://customschemas.google.com/relationships/presentationmetadata" Target="metadata"/><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microsoft.com/office/2016/11/relationships/changesInfo" Target="changesInfos/changesInfo1.xml"/><Relationship Id="rId3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sldChg>
    </pc:docChg>
  </pc:docChgLst>
  <pc:docChgLst>
    <pc:chgData name="Aman Shrivastava" userId="S::ashrivastava@edunetfoundation.org::c21995ab-fa37-4cde-b5a3-dec0fb9e9a10" providerId="AD" clId="Web-{E27D249D-B118-0810-7731-E1B1C378D9D3}"/>
    <pc:docChg chg="modSld">
      <pc:chgData name="Aman Shrivastava" userId="S::ashrivastava@edunetfoundation.org::c21995ab-fa37-4cde-b5a3-dec0fb9e9a10" providerId="AD" clId="Web-{E27D249D-B118-0810-7731-E1B1C378D9D3}" dt="2026-06-19T09:09:54.163" v="1" actId="20577"/>
      <pc:docMkLst>
        <pc:docMk/>
      </pc:docMkLst>
      <pc:sldChg chg="modSp">
        <pc:chgData name="Aman Shrivastava" userId="S::ashrivastava@edunetfoundation.org::c21995ab-fa37-4cde-b5a3-dec0fb9e9a10" providerId="AD" clId="Web-{E27D249D-B118-0810-7731-E1B1C378D9D3}" dt="2026-06-19T09:09:54.163" v="1" actId="20577"/>
        <pc:sldMkLst>
          <pc:docMk/>
          <pc:sldMk cId="3764405840" sldId="278"/>
        </pc:sldMkLst>
        <pc:spChg chg="mod">
          <ac:chgData name="Aman Shrivastava" userId="S::ashrivastava@edunetfoundation.org::c21995ab-fa37-4cde-b5a3-dec0fb9e9a10" providerId="AD" clId="Web-{E27D249D-B118-0810-7731-E1B1C378D9D3}" dt="2026-06-19T09:09:54.163" v="1" actId="20577"/>
          <ac:spMkLst>
            <pc:docMk/>
            <pc:sldMk cId="3764405840" sldId="278"/>
            <ac:spMk id="3" creationId="{4A7608B5-9906-EFCF-959A-E89FC2E3EE19}"/>
          </ac:spMkLst>
        </pc:spChg>
      </pc:sldChg>
    </pc:docChg>
  </pc:docChgLst>
  <pc:docChgLst>
    <pc:chgData name="Bhupesh Vyankat Ther" userId="S::bvther@edunetfoundation.org::3dcf1697-dd97-45f9-859f-b5bba4487417" providerId="AD" clId="Web-{9DDCDCB8-E336-06C9-9BC1-C212CD122CD0}"/>
    <pc:docChg chg="modSld">
      <pc:chgData name="Bhupesh Vyankat Ther" userId="S::bvther@edunetfoundation.org::3dcf1697-dd97-45f9-859f-b5bba4487417" providerId="AD" clId="Web-{9DDCDCB8-E336-06C9-9BC1-C212CD122CD0}" dt="2026-06-23T04:41:50.196" v="0" actId="1076"/>
      <pc:docMkLst>
        <pc:docMk/>
      </pc:docMkLst>
      <pc:sldChg chg="modSp">
        <pc:chgData name="Bhupesh Vyankat Ther" userId="S::bvther@edunetfoundation.org::3dcf1697-dd97-45f9-859f-b5bba4487417" providerId="AD" clId="Web-{9DDCDCB8-E336-06C9-9BC1-C212CD122CD0}" dt="2026-06-23T04:41:50.196" v="0" actId="1076"/>
        <pc:sldMkLst>
          <pc:docMk/>
          <pc:sldMk cId="1229047658" sldId="288"/>
        </pc:sldMkLst>
        <pc:picChg chg="mod">
          <ac:chgData name="Bhupesh Vyankat Ther" userId="S::bvther@edunetfoundation.org::3dcf1697-dd97-45f9-859f-b5bba4487417" providerId="AD" clId="Web-{9DDCDCB8-E336-06C9-9BC1-C212CD122CD0}" dt="2026-06-23T04:41:50.196" v="0" actId="1076"/>
          <ac:picMkLst>
            <pc:docMk/>
            <pc:sldMk cId="1229047658" sldId="288"/>
            <ac:picMk id="4" creationId="{A037CFD0-B7FF-D9BE-3433-88E5844EF332}"/>
          </ac:picMkLst>
        </pc:picChg>
      </pc:sldChg>
    </pc:docChg>
  </pc:docChgLst>
  <pc:docChgLst>
    <pc:chgData name="Aswini Kumar Motapothula" userId="S::aswinikumar@edunetfoundation.org::8849ae8d-bc89-4217-899c-9440ffcae5bb" providerId="AD" clId="Web-{5597DED7-87E9-8FFE-C42B-07F44890EE69}"/>
    <pc:docChg chg="addSld delSld">
      <pc:chgData name="Aswini Kumar Motapothula" userId="S::aswinikumar@edunetfoundation.org::8849ae8d-bc89-4217-899c-9440ffcae5bb" providerId="AD" clId="Web-{5597DED7-87E9-8FFE-C42B-07F44890EE69}" dt="2026-07-14T12:42:56.737" v="35"/>
      <pc:docMkLst>
        <pc:docMk/>
      </pc:docMkLst>
      <pc:sldChg chg="del">
        <pc:chgData name="Aswini Kumar Motapothula" userId="S::aswinikumar@edunetfoundation.org::8849ae8d-bc89-4217-899c-9440ffcae5bb" providerId="AD" clId="Web-{5597DED7-87E9-8FFE-C42B-07F44890EE69}" dt="2026-07-14T12:42:56.737" v="35"/>
        <pc:sldMkLst>
          <pc:docMk/>
          <pc:sldMk cId="0" sldId="257"/>
        </pc:sldMkLst>
      </pc:sldChg>
      <pc:sldChg chg="del">
        <pc:chgData name="Aswini Kumar Motapothula" userId="S::aswinikumar@edunetfoundation.org::8849ae8d-bc89-4217-899c-9440ffcae5bb" providerId="AD" clId="Web-{5597DED7-87E9-8FFE-C42B-07F44890EE69}" dt="2026-07-14T12:42:56.737" v="29"/>
        <pc:sldMkLst>
          <pc:docMk/>
          <pc:sldMk cId="0" sldId="262"/>
        </pc:sldMkLst>
      </pc:sldChg>
      <pc:sldChg chg="del">
        <pc:chgData name="Aswini Kumar Motapothula" userId="S::aswinikumar@edunetfoundation.org::8849ae8d-bc89-4217-899c-9440ffcae5bb" providerId="AD" clId="Web-{5597DED7-87E9-8FFE-C42B-07F44890EE69}" dt="2026-07-14T12:42:56.737" v="28"/>
        <pc:sldMkLst>
          <pc:docMk/>
          <pc:sldMk cId="0" sldId="264"/>
        </pc:sldMkLst>
      </pc:sldChg>
      <pc:sldChg chg="del">
        <pc:chgData name="Aswini Kumar Motapothula" userId="S::aswinikumar@edunetfoundation.org::8849ae8d-bc89-4217-899c-9440ffcae5bb" providerId="AD" clId="Web-{5597DED7-87E9-8FFE-C42B-07F44890EE69}" dt="2026-07-14T12:42:56.721" v="21"/>
        <pc:sldMkLst>
          <pc:docMk/>
          <pc:sldMk cId="0" sldId="276"/>
        </pc:sldMkLst>
      </pc:sldChg>
      <pc:sldChg chg="del">
        <pc:chgData name="Aswini Kumar Motapothula" userId="S::aswinikumar@edunetfoundation.org::8849ae8d-bc89-4217-899c-9440ffcae5bb" providerId="AD" clId="Web-{5597DED7-87E9-8FFE-C42B-07F44890EE69}" dt="2026-07-14T12:42:56.737" v="27"/>
        <pc:sldMkLst>
          <pc:docMk/>
          <pc:sldMk cId="2115484872" sldId="277"/>
        </pc:sldMkLst>
      </pc:sldChg>
      <pc:sldChg chg="del">
        <pc:chgData name="Aswini Kumar Motapothula" userId="S::aswinikumar@edunetfoundation.org::8849ae8d-bc89-4217-899c-9440ffcae5bb" providerId="AD" clId="Web-{5597DED7-87E9-8FFE-C42B-07F44890EE69}" dt="2026-07-14T12:42:56.737" v="32"/>
        <pc:sldMkLst>
          <pc:docMk/>
          <pc:sldMk cId="3764405840" sldId="278"/>
        </pc:sldMkLst>
      </pc:sldChg>
      <pc:sldChg chg="del">
        <pc:chgData name="Aswini Kumar Motapothula" userId="S::aswinikumar@edunetfoundation.org::8849ae8d-bc89-4217-899c-9440ffcae5bb" providerId="AD" clId="Web-{5597DED7-87E9-8FFE-C42B-07F44890EE69}" dt="2026-07-14T12:42:56.737" v="30"/>
        <pc:sldMkLst>
          <pc:docMk/>
          <pc:sldMk cId="2772501912" sldId="279"/>
        </pc:sldMkLst>
      </pc:sldChg>
      <pc:sldChg chg="del">
        <pc:chgData name="Aswini Kumar Motapothula" userId="S::aswinikumar@edunetfoundation.org::8849ae8d-bc89-4217-899c-9440ffcae5bb" providerId="AD" clId="Web-{5597DED7-87E9-8FFE-C42B-07F44890EE69}" dt="2026-07-14T12:42:56.721" v="24"/>
        <pc:sldMkLst>
          <pc:docMk/>
          <pc:sldMk cId="2136706720" sldId="280"/>
        </pc:sldMkLst>
      </pc:sldChg>
      <pc:sldChg chg="del">
        <pc:chgData name="Aswini Kumar Motapothula" userId="S::aswinikumar@edunetfoundation.org::8849ae8d-bc89-4217-899c-9440ffcae5bb" providerId="AD" clId="Web-{5597DED7-87E9-8FFE-C42B-07F44890EE69}" dt="2026-07-14T12:42:56.737" v="31"/>
        <pc:sldMkLst>
          <pc:docMk/>
          <pc:sldMk cId="328526394" sldId="281"/>
        </pc:sldMkLst>
      </pc:sldChg>
      <pc:sldChg chg="del">
        <pc:chgData name="Aswini Kumar Motapothula" userId="S::aswinikumar@edunetfoundation.org::8849ae8d-bc89-4217-899c-9440ffcae5bb" providerId="AD" clId="Web-{5597DED7-87E9-8FFE-C42B-07F44890EE69}" dt="2026-07-14T12:42:56.737" v="34"/>
        <pc:sldMkLst>
          <pc:docMk/>
          <pc:sldMk cId="2952584201" sldId="282"/>
        </pc:sldMkLst>
      </pc:sldChg>
      <pc:sldChg chg="del">
        <pc:chgData name="Aswini Kumar Motapothula" userId="S::aswinikumar@edunetfoundation.org::8849ae8d-bc89-4217-899c-9440ffcae5bb" providerId="AD" clId="Web-{5597DED7-87E9-8FFE-C42B-07F44890EE69}" dt="2026-07-14T12:42:42.455" v="20"/>
        <pc:sldMkLst>
          <pc:docMk/>
          <pc:sldMk cId="957564641" sldId="283"/>
        </pc:sldMkLst>
      </pc:sldChg>
      <pc:sldChg chg="del">
        <pc:chgData name="Aswini Kumar Motapothula" userId="S::aswinikumar@edunetfoundation.org::8849ae8d-bc89-4217-899c-9440ffcae5bb" providerId="AD" clId="Web-{5597DED7-87E9-8FFE-C42B-07F44890EE69}" dt="2026-07-14T12:42:56.737" v="33"/>
        <pc:sldMkLst>
          <pc:docMk/>
          <pc:sldMk cId="2290294991" sldId="285"/>
        </pc:sldMkLst>
      </pc:sldChg>
      <pc:sldChg chg="del">
        <pc:chgData name="Aswini Kumar Motapothula" userId="S::aswinikumar@edunetfoundation.org::8849ae8d-bc89-4217-899c-9440ffcae5bb" providerId="AD" clId="Web-{5597DED7-87E9-8FFE-C42B-07F44890EE69}" dt="2026-07-14T12:42:56.737" v="26"/>
        <pc:sldMkLst>
          <pc:docMk/>
          <pc:sldMk cId="917964102" sldId="286"/>
        </pc:sldMkLst>
      </pc:sldChg>
      <pc:sldChg chg="del">
        <pc:chgData name="Aswini Kumar Motapothula" userId="S::aswinikumar@edunetfoundation.org::8849ae8d-bc89-4217-899c-9440ffcae5bb" providerId="AD" clId="Web-{5597DED7-87E9-8FFE-C42B-07F44890EE69}" dt="2026-07-14T12:42:56.721" v="25"/>
        <pc:sldMkLst>
          <pc:docMk/>
          <pc:sldMk cId="2605851928" sldId="287"/>
        </pc:sldMkLst>
      </pc:sldChg>
      <pc:sldChg chg="del">
        <pc:chgData name="Aswini Kumar Motapothula" userId="S::aswinikumar@edunetfoundation.org::8849ae8d-bc89-4217-899c-9440ffcae5bb" providerId="AD" clId="Web-{5597DED7-87E9-8FFE-C42B-07F44890EE69}" dt="2026-07-14T12:42:56.721" v="23"/>
        <pc:sldMkLst>
          <pc:docMk/>
          <pc:sldMk cId="1229047658" sldId="288"/>
        </pc:sldMkLst>
      </pc:sldChg>
      <pc:sldChg chg="del">
        <pc:chgData name="Aswini Kumar Motapothula" userId="S::aswinikumar@edunetfoundation.org::8849ae8d-bc89-4217-899c-9440ffcae5bb" providerId="AD" clId="Web-{5597DED7-87E9-8FFE-C42B-07F44890EE69}" dt="2026-07-14T12:42:56.721" v="22"/>
        <pc:sldMkLst>
          <pc:docMk/>
          <pc:sldMk cId="2506610743" sldId="289"/>
        </pc:sldMkLst>
      </pc:sldChg>
      <pc:sldChg chg="add">
        <pc:chgData name="Aswini Kumar Motapothula" userId="S::aswinikumar@edunetfoundation.org::8849ae8d-bc89-4217-899c-9440ffcae5bb" providerId="AD" clId="Web-{5597DED7-87E9-8FFE-C42B-07F44890EE69}" dt="2026-07-14T12:42:28.157" v="0"/>
        <pc:sldMkLst>
          <pc:docMk/>
          <pc:sldMk cId="3828559527" sldId="290"/>
        </pc:sldMkLst>
      </pc:sldChg>
      <pc:sldChg chg="add">
        <pc:chgData name="Aswini Kumar Motapothula" userId="S::aswinikumar@edunetfoundation.org::8849ae8d-bc89-4217-899c-9440ffcae5bb" providerId="AD" clId="Web-{5597DED7-87E9-8FFE-C42B-07F44890EE69}" dt="2026-07-14T12:42:28.204" v="1"/>
        <pc:sldMkLst>
          <pc:docMk/>
          <pc:sldMk cId="952317876" sldId="291"/>
        </pc:sldMkLst>
      </pc:sldChg>
      <pc:sldChg chg="add">
        <pc:chgData name="Aswini Kumar Motapothula" userId="S::aswinikumar@edunetfoundation.org::8849ae8d-bc89-4217-899c-9440ffcae5bb" providerId="AD" clId="Web-{5597DED7-87E9-8FFE-C42B-07F44890EE69}" dt="2026-07-14T12:42:28.266" v="2"/>
        <pc:sldMkLst>
          <pc:docMk/>
          <pc:sldMk cId="261653373" sldId="292"/>
        </pc:sldMkLst>
      </pc:sldChg>
      <pc:sldChg chg="add">
        <pc:chgData name="Aswini Kumar Motapothula" userId="S::aswinikumar@edunetfoundation.org::8849ae8d-bc89-4217-899c-9440ffcae5bb" providerId="AD" clId="Web-{5597DED7-87E9-8FFE-C42B-07F44890EE69}" dt="2026-07-14T12:42:28.313" v="3"/>
        <pc:sldMkLst>
          <pc:docMk/>
          <pc:sldMk cId="619459906" sldId="293"/>
        </pc:sldMkLst>
      </pc:sldChg>
      <pc:sldChg chg="add">
        <pc:chgData name="Aswini Kumar Motapothula" userId="S::aswinikumar@edunetfoundation.org::8849ae8d-bc89-4217-899c-9440ffcae5bb" providerId="AD" clId="Web-{5597DED7-87E9-8FFE-C42B-07F44890EE69}" dt="2026-07-14T12:42:28.360" v="4"/>
        <pc:sldMkLst>
          <pc:docMk/>
          <pc:sldMk cId="443603904" sldId="294"/>
        </pc:sldMkLst>
      </pc:sldChg>
      <pc:sldChg chg="add">
        <pc:chgData name="Aswini Kumar Motapothula" userId="S::aswinikumar@edunetfoundation.org::8849ae8d-bc89-4217-899c-9440ffcae5bb" providerId="AD" clId="Web-{5597DED7-87E9-8FFE-C42B-07F44890EE69}" dt="2026-07-14T12:42:28.563" v="5"/>
        <pc:sldMkLst>
          <pc:docMk/>
          <pc:sldMk cId="3114963633" sldId="295"/>
        </pc:sldMkLst>
      </pc:sldChg>
      <pc:sldChg chg="add">
        <pc:chgData name="Aswini Kumar Motapothula" userId="S::aswinikumar@edunetfoundation.org::8849ae8d-bc89-4217-899c-9440ffcae5bb" providerId="AD" clId="Web-{5597DED7-87E9-8FFE-C42B-07F44890EE69}" dt="2026-07-14T12:42:28.735" v="6"/>
        <pc:sldMkLst>
          <pc:docMk/>
          <pc:sldMk cId="1316545553" sldId="296"/>
        </pc:sldMkLst>
      </pc:sldChg>
      <pc:sldChg chg="add">
        <pc:chgData name="Aswini Kumar Motapothula" userId="S::aswinikumar@edunetfoundation.org::8849ae8d-bc89-4217-899c-9440ffcae5bb" providerId="AD" clId="Web-{5597DED7-87E9-8FFE-C42B-07F44890EE69}" dt="2026-07-14T12:42:28.923" v="7"/>
        <pc:sldMkLst>
          <pc:docMk/>
          <pc:sldMk cId="232371894" sldId="297"/>
        </pc:sldMkLst>
      </pc:sldChg>
      <pc:sldChg chg="add">
        <pc:chgData name="Aswini Kumar Motapothula" userId="S::aswinikumar@edunetfoundation.org::8849ae8d-bc89-4217-899c-9440ffcae5bb" providerId="AD" clId="Web-{5597DED7-87E9-8FFE-C42B-07F44890EE69}" dt="2026-07-14T12:42:29.094" v="8"/>
        <pc:sldMkLst>
          <pc:docMk/>
          <pc:sldMk cId="445195169" sldId="298"/>
        </pc:sldMkLst>
      </pc:sldChg>
      <pc:sldChg chg="add">
        <pc:chgData name="Aswini Kumar Motapothula" userId="S::aswinikumar@edunetfoundation.org::8849ae8d-bc89-4217-899c-9440ffcae5bb" providerId="AD" clId="Web-{5597DED7-87E9-8FFE-C42B-07F44890EE69}" dt="2026-07-14T12:42:29.235" v="9"/>
        <pc:sldMkLst>
          <pc:docMk/>
          <pc:sldMk cId="4000696967" sldId="299"/>
        </pc:sldMkLst>
      </pc:sldChg>
      <pc:sldChg chg="add">
        <pc:chgData name="Aswini Kumar Motapothula" userId="S::aswinikumar@edunetfoundation.org::8849ae8d-bc89-4217-899c-9440ffcae5bb" providerId="AD" clId="Web-{5597DED7-87E9-8FFE-C42B-07F44890EE69}" dt="2026-07-14T12:42:29.345" v="10"/>
        <pc:sldMkLst>
          <pc:docMk/>
          <pc:sldMk cId="893417001" sldId="300"/>
        </pc:sldMkLst>
      </pc:sldChg>
      <pc:sldChg chg="add">
        <pc:chgData name="Aswini Kumar Motapothula" userId="S::aswinikumar@edunetfoundation.org::8849ae8d-bc89-4217-899c-9440ffcae5bb" providerId="AD" clId="Web-{5597DED7-87E9-8FFE-C42B-07F44890EE69}" dt="2026-07-14T12:42:29.548" v="11"/>
        <pc:sldMkLst>
          <pc:docMk/>
          <pc:sldMk cId="1429961814" sldId="301"/>
        </pc:sldMkLst>
      </pc:sldChg>
      <pc:sldChg chg="add">
        <pc:chgData name="Aswini Kumar Motapothula" userId="S::aswinikumar@edunetfoundation.org::8849ae8d-bc89-4217-899c-9440ffcae5bb" providerId="AD" clId="Web-{5597DED7-87E9-8FFE-C42B-07F44890EE69}" dt="2026-07-14T12:42:29.704" v="12"/>
        <pc:sldMkLst>
          <pc:docMk/>
          <pc:sldMk cId="3585092305" sldId="302"/>
        </pc:sldMkLst>
      </pc:sldChg>
      <pc:sldChg chg="add">
        <pc:chgData name="Aswini Kumar Motapothula" userId="S::aswinikumar@edunetfoundation.org::8849ae8d-bc89-4217-899c-9440ffcae5bb" providerId="AD" clId="Web-{5597DED7-87E9-8FFE-C42B-07F44890EE69}" dt="2026-07-14T12:42:29.876" v="13"/>
        <pc:sldMkLst>
          <pc:docMk/>
          <pc:sldMk cId="2601907186" sldId="303"/>
        </pc:sldMkLst>
      </pc:sldChg>
      <pc:sldChg chg="add">
        <pc:chgData name="Aswini Kumar Motapothula" userId="S::aswinikumar@edunetfoundation.org::8849ae8d-bc89-4217-899c-9440ffcae5bb" providerId="AD" clId="Web-{5597DED7-87E9-8FFE-C42B-07F44890EE69}" dt="2026-07-14T12:42:29.938" v="14"/>
        <pc:sldMkLst>
          <pc:docMk/>
          <pc:sldMk cId="2325282270" sldId="304"/>
        </pc:sldMkLst>
      </pc:sldChg>
      <pc:sldChg chg="add">
        <pc:chgData name="Aswini Kumar Motapothula" userId="S::aswinikumar@edunetfoundation.org::8849ae8d-bc89-4217-899c-9440ffcae5bb" providerId="AD" clId="Web-{5597DED7-87E9-8FFE-C42B-07F44890EE69}" dt="2026-07-14T12:42:29.970" v="15"/>
        <pc:sldMkLst>
          <pc:docMk/>
          <pc:sldMk cId="4040412275" sldId="305"/>
        </pc:sldMkLst>
      </pc:sldChg>
      <pc:sldChg chg="add">
        <pc:chgData name="Aswini Kumar Motapothula" userId="S::aswinikumar@edunetfoundation.org::8849ae8d-bc89-4217-899c-9440ffcae5bb" providerId="AD" clId="Web-{5597DED7-87E9-8FFE-C42B-07F44890EE69}" dt="2026-07-14T12:42:30.016" v="16"/>
        <pc:sldMkLst>
          <pc:docMk/>
          <pc:sldMk cId="740028465" sldId="306"/>
        </pc:sldMkLst>
      </pc:sldChg>
      <pc:sldChg chg="add">
        <pc:chgData name="Aswini Kumar Motapothula" userId="S::aswinikumar@edunetfoundation.org::8849ae8d-bc89-4217-899c-9440ffcae5bb" providerId="AD" clId="Web-{5597DED7-87E9-8FFE-C42B-07F44890EE69}" dt="2026-07-14T12:42:30.157" v="17"/>
        <pc:sldMkLst>
          <pc:docMk/>
          <pc:sldMk cId="2833482715" sldId="307"/>
        </pc:sldMkLst>
      </pc:sldChg>
      <pc:sldChg chg="add">
        <pc:chgData name="Aswini Kumar Motapothula" userId="S::aswinikumar@edunetfoundation.org::8849ae8d-bc89-4217-899c-9440ffcae5bb" providerId="AD" clId="Web-{5597DED7-87E9-8FFE-C42B-07F44890EE69}" dt="2026-07-14T12:42:30.282" v="18"/>
        <pc:sldMkLst>
          <pc:docMk/>
          <pc:sldMk cId="4175177701" sldId="308"/>
        </pc:sldMkLst>
      </pc:sldChg>
      <pc:sldChg chg="add">
        <pc:chgData name="Aswini Kumar Motapothula" userId="S::aswinikumar@edunetfoundation.org::8849ae8d-bc89-4217-899c-9440ffcae5bb" providerId="AD" clId="Web-{5597DED7-87E9-8FFE-C42B-07F44890EE69}" dt="2026-07-14T12:42:30.391" v="19"/>
        <pc:sldMkLst>
          <pc:docMk/>
          <pc:sldMk cId="1440137342" sldId="309"/>
        </pc:sldMkLst>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2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19.png"/><Relationship Id="rId6"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r>
                        <a:t>MOHAMMAD KALEEM SHAIKH</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r>
                        <a:t>[ to be added by student ]</a:t>
                      </a:r>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r>
                        <a:t>[ to be added by student ]</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r>
                        <a:t>[ to be added by student ]</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a:t>Domain of  Project – </a:t>
            </a:r>
            <a:r>
              <a:rPr lang="en-US" sz="2400" b="1">
                <a:highlight>
                  <a:srgbClr val="FFFF00"/>
                </a:highlight>
              </a:rPr>
              <a:t>Healthcare / Nutrition / Preventive Wellness</a:t>
            </a:r>
            <a:endParaRPr lang="en-IN" sz="2400" b="1">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a:t>Project Tile – </a:t>
            </a:r>
            <a:r>
              <a:rPr lang="en-US" sz="2400" b="1">
                <a:highlight>
                  <a:srgbClr val="FFFF00"/>
                </a:highlight>
              </a:rPr>
              <a:t/>
            </a:r>
            <a:r>
              <a:rPr lang="en-US" sz="2400" b="1">
                <a:solidFill>
                  <a:srgbClr val="002060"/>
                </a:solidFill>
                <a:highlight>
                  <a:srgbClr val="FFFF00"/>
                </a:highlight>
                <a:latin typeface="Arial"/>
                <a:ea typeface="Times New Roman"/>
                <a:cs typeface="Times New Roman"/>
                <a:sym typeface="Times New Roman"/>
              </a:rPr>
              <a:t>AI-Powered Nutrition Agent</a:t>
            </a:r>
            <a:r>
              <a:rPr lang="en-US" sz="2400" b="1">
                <a:highlight>
                  <a:srgbClr val="FFFF00"/>
                </a:highlight>
              </a:rPr>
              <a:t/>
            </a:r>
            <a:endParaRPr lang="en-IN" sz="2400" b="1">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pic>
        <p:nvPicPr>
          <p:cNvPr id="97" name="Picture 96" descr="photo_placeholder.png"/>
          <p:cNvPicPr>
            <a:picLocks noChangeAspect="1"/>
          </p:cNvPicPr>
          <p:nvPr/>
        </p:nvPicPr>
        <p:blipFill>
          <a:blip r:embed="rId4"/>
          <a:stretch>
            <a:fillRect/>
          </a:stretch>
        </p:blipFill>
        <p:spPr>
          <a:xfrm>
            <a:off x="4053024" y="3738417"/>
            <a:ext cx="762500" cy="801811"/>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dirty="0"/>
              <a:t>Problem Statement : Nutrition Agent</a:t>
            </a:r>
            <a:r>
              <a:rPr lang="en-US" dirty="0"/>
              <a:t> </a:t>
            </a:r>
          </a:p>
          <a:p>
            <a:pPr fontAlgn="base"/>
            <a:endParaRPr lang="en-US" b="1" dirty="0"/>
          </a:p>
          <a:p>
            <a:pPr fontAlgn="base"/>
            <a:r>
              <a:rPr lang="en-US" b="1" dirty="0"/>
              <a:t>The Challenge</a:t>
            </a:r>
            <a:r>
              <a:rPr lang="en-US" dirty="0"/>
              <a:t> </a:t>
            </a:r>
          </a:p>
          <a:p>
            <a:pPr fontAlgn="base"/>
            <a:r>
              <a:rPr lang="en-US" dirty="0"/>
              <a:t>Good nutrition is the foundation of health, but individuals often struggle with </a:t>
            </a:r>
            <a:r>
              <a:rPr lang="en-US" b="1" dirty="0"/>
              <a:t>diet planning, portion control, and tracking nutritional intake</a:t>
            </a:r>
            <a:r>
              <a:rPr lang="en-US" dirty="0"/>
              <a:t>. Information about healthy diets, disease-specific nutrition, and food composition is scattered across unreliable sources. Without </a:t>
            </a:r>
            <a:r>
              <a:rPr lang="en-US" b="1" dirty="0"/>
              <a:t>personalized, real-time guidance</a:t>
            </a:r>
            <a:r>
              <a:rPr lang="en-US" dirty="0"/>
              <a:t>, many fail to maintain balanced diets or make informed food choices. </a:t>
            </a:r>
          </a:p>
          <a:p>
            <a:pPr fontAlgn="base"/>
            <a:endParaRPr lang="en-US" dirty="0"/>
          </a:p>
          <a:p>
            <a:pPr fontAlgn="base"/>
            <a:r>
              <a:rPr lang="en-US" b="1" dirty="0"/>
              <a:t>The Objective</a:t>
            </a:r>
            <a:r>
              <a:rPr lang="en-US" dirty="0"/>
              <a:t> </a:t>
            </a:r>
          </a:p>
          <a:p>
            <a:pPr fontAlgn="base"/>
            <a:r>
              <a:rPr lang="en-US" dirty="0"/>
              <a:t>Build an </a:t>
            </a:r>
            <a:r>
              <a:rPr lang="en-US" b="1" dirty="0"/>
              <a:t>AI-powered Nutrition Agent</a:t>
            </a:r>
            <a:r>
              <a:rPr lang="en-US" dirty="0"/>
              <a:t> that delivers </a:t>
            </a:r>
            <a:r>
              <a:rPr lang="en-US" b="1" dirty="0"/>
              <a:t>personalized dietary insights and guidance</a:t>
            </a:r>
            <a:r>
              <a:rPr lang="en-US" dirty="0"/>
              <a:t> for individuals, families, and health professionals. The solution should: </a:t>
            </a:r>
          </a:p>
          <a:p>
            <a:pPr marL="285750" indent="-285750" fontAlgn="base">
              <a:buFont typeface="Arial" panose="020B0604020202020204" pitchFamily="34" charset="0"/>
              <a:buChar char="•"/>
            </a:pPr>
            <a:r>
              <a:rPr lang="en-US" b="1" dirty="0"/>
              <a:t>Personalized Diet Plans</a:t>
            </a:r>
            <a:r>
              <a:rPr lang="en-US" dirty="0"/>
              <a:t> – Recommend meals based on age, health conditions, allergies, cultural preferences, and fitness goals. </a:t>
            </a:r>
          </a:p>
          <a:p>
            <a:pPr marL="285750" indent="-285750" fontAlgn="base">
              <a:buFont typeface="Arial" panose="020B0604020202020204" pitchFamily="34" charset="0"/>
              <a:buChar char="•"/>
            </a:pPr>
            <a:r>
              <a:rPr lang="en-US" b="1" dirty="0"/>
              <a:t>Food Data RAG Retrieval</a:t>
            </a:r>
            <a:r>
              <a:rPr lang="en-US" dirty="0"/>
              <a:t> – Fetch and summarize nutritional values (calories, macros, vitamins) from reliable sources. </a:t>
            </a:r>
          </a:p>
          <a:p>
            <a:pPr marL="285750" indent="-285750" fontAlgn="base">
              <a:buFont typeface="Arial" panose="020B0604020202020204" pitchFamily="34" charset="0"/>
              <a:buChar char="•"/>
            </a:pPr>
            <a:r>
              <a:rPr lang="en-US" b="1" dirty="0"/>
              <a:t>Diet Tracking &amp; Feedback</a:t>
            </a:r>
            <a:r>
              <a:rPr lang="en-US" dirty="0"/>
              <a:t> – Allow users to log meals via text, images, or voice, and provide instant nutritional analysis. </a:t>
            </a:r>
          </a:p>
          <a:p>
            <a:pPr marL="285750" indent="-285750" fontAlgn="base">
              <a:buFont typeface="Arial" panose="020B0604020202020204" pitchFamily="34" charset="0"/>
              <a:buChar char="•"/>
            </a:pPr>
            <a:r>
              <a:rPr lang="en-US" b="1" dirty="0"/>
              <a:t>Preventive Health Focus</a:t>
            </a:r>
            <a:r>
              <a:rPr lang="en-US" dirty="0"/>
              <a:t> – Suggest diets for chronic disease management (e.g., diabetes-friendly or heart-healthy plans). </a:t>
            </a:r>
          </a:p>
          <a:p>
            <a:pPr marL="285750" indent="-285750" fontAlgn="base">
              <a:buFont typeface="Arial" panose="020B0604020202020204" pitchFamily="34" charset="0"/>
              <a:buChar char="•"/>
            </a:pPr>
            <a:r>
              <a:rPr lang="en-US" b="1" dirty="0"/>
              <a:t>Multi-Agent System</a:t>
            </a:r>
            <a:r>
              <a:rPr lang="en-US" dirty="0"/>
              <a:t> – </a:t>
            </a:r>
          </a:p>
          <a:p>
            <a:pPr marL="285750" indent="-285750" fontAlgn="base">
              <a:buFont typeface="Arial" panose="020B0604020202020204" pitchFamily="34" charset="0"/>
              <a:buChar char="•"/>
            </a:pPr>
            <a:r>
              <a:rPr lang="en-US" b="1" dirty="0"/>
              <a:t>Nutrition Knowledge Agent</a:t>
            </a:r>
            <a:r>
              <a:rPr lang="en-US" dirty="0"/>
              <a:t> (fetches nutritional data) </a:t>
            </a:r>
          </a:p>
          <a:p>
            <a:pPr marL="285750" indent="-285750" fontAlgn="base">
              <a:buFont typeface="Arial" panose="020B0604020202020204" pitchFamily="34" charset="0"/>
              <a:buChar char="•"/>
            </a:pPr>
            <a:r>
              <a:rPr lang="en-US" b="1" dirty="0"/>
              <a:t>Diet Recommendation Agent</a:t>
            </a:r>
            <a:r>
              <a:rPr lang="en-US" dirty="0"/>
              <a:t> (personalized meal plans) </a:t>
            </a:r>
          </a:p>
          <a:p>
            <a:pPr marL="285750" indent="-285750" fontAlgn="base">
              <a:buFont typeface="Arial" panose="020B0604020202020204" pitchFamily="34" charset="0"/>
              <a:buChar char="•"/>
            </a:pPr>
            <a:r>
              <a:rPr lang="en-US" b="1" dirty="0"/>
              <a:t>Health Advisory Agent</a:t>
            </a:r>
            <a:r>
              <a:rPr lang="en-US" dirty="0"/>
              <a:t> (preventive health suggestions) </a:t>
            </a:r>
          </a:p>
          <a:p>
            <a:pPr marL="285750" indent="-285750" fontAlgn="base">
              <a:buFont typeface="Arial" panose="020B0604020202020204" pitchFamily="34" charset="0"/>
              <a:buChar char="•"/>
            </a:pPr>
            <a:r>
              <a:rPr lang="en-US" b="1" dirty="0"/>
              <a:t>Food Log &amp; Feedback Agent</a:t>
            </a:r>
            <a:r>
              <a:rPr lang="en-US" dirty="0"/>
              <a:t> (meal tracking + analysis) </a:t>
            </a:r>
          </a:p>
          <a:p>
            <a:pPr marL="285750" indent="-285750" fontAlgn="base">
              <a:buFont typeface="Arial" panose="020B0604020202020204" pitchFamily="34" charset="0"/>
              <a:buChar char="•"/>
            </a:pPr>
            <a:r>
              <a:rPr lang="en-US" b="1" dirty="0"/>
              <a:t>Visualization Dashboard</a:t>
            </a:r>
            <a:r>
              <a:rPr lang="en-US" dirty="0"/>
              <a:t> – Show daily/weekly nutrient intake, deficiencies, and progress toward health goals. </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dirty="0"/>
          </a:p>
          <a:p>
            <a:r>
              <a:rPr lang="en-US" b="1" dirty="0"/>
              <a:t>Proposed Solution: AI-Powered Nutrition Agent</a:t>
            </a:r>
          </a:p>
          <a:p>
            <a:r>
              <a:rPr lang="en-US" dirty="0"/>
              <a:t>The proposed solution is a </a:t>
            </a:r>
            <a:r>
              <a:rPr lang="en-US" b="1" dirty="0"/>
              <a:t>multi-agent AI-powered Nutrition Agent</a:t>
            </a:r>
            <a:r>
              <a:rPr lang="en-US" dirty="0"/>
              <a:t> built using </a:t>
            </a:r>
            <a:r>
              <a:rPr lang="en-US" b="1" dirty="0"/>
              <a:t>IBM Bob, IBM watsonx.ai, and Granite Models</a:t>
            </a:r>
            <a:r>
              <a:rPr lang="en-US" dirty="0"/>
              <a:t> to provide personalized, real-time dietary guidance. The system addresses challenges in diet planning, nutrition tracking, and preventive healthcare through an intelligent, modular architecture.</a:t>
            </a:r>
          </a:p>
          <a:p>
            <a:r>
              <a:rPr lang="en-US" dirty="0"/>
              <a:t>At its core, the solution uses a </a:t>
            </a:r>
            <a:r>
              <a:rPr lang="en-US" b="1" dirty="0"/>
              <a:t>Retrieval-Augmented Generation (RAG)</a:t>
            </a:r>
            <a:r>
              <a:rPr lang="en-US" dirty="0"/>
              <a:t> pipeline to fetch accurate nutritional data from trusted sources such as USDA and WHO datasets. This data is embedded and stored in a vector database, enabling the system to retrieve and summarize food nutrition details (calories, macros, vitamins) using Granite models.</a:t>
            </a:r>
          </a:p>
          <a:p>
            <a:r>
              <a:rPr lang="en-US" dirty="0"/>
              <a:t>The system consists of four key agents:</a:t>
            </a:r>
          </a:p>
          <a:p>
            <a:r>
              <a:rPr lang="en-US" b="1" dirty="0"/>
              <a:t>Nutrition Knowledge Agent</a:t>
            </a:r>
            <a:r>
              <a:rPr lang="en-US" dirty="0"/>
              <a:t> retrieves and summarizes nutritional information using RAG. </a:t>
            </a:r>
          </a:p>
          <a:p>
            <a:r>
              <a:rPr lang="en-US" b="1" dirty="0"/>
              <a:t>Diet Recommendation Agent</a:t>
            </a:r>
            <a:r>
              <a:rPr lang="en-US" dirty="0"/>
              <a:t> generates personalized meal plans based on user inputs such as age, health conditions, dietary preferences, and fitness goals. </a:t>
            </a:r>
          </a:p>
          <a:p>
            <a:r>
              <a:rPr lang="en-US" b="1" dirty="0"/>
              <a:t>Health Advisory Agent</a:t>
            </a:r>
            <a:r>
              <a:rPr lang="en-US" dirty="0"/>
              <a:t> provides preventive health suggestions, including disease-specific diets (e.g., diabetes-friendly or heart-healthy plans). </a:t>
            </a:r>
          </a:p>
          <a:p>
            <a:r>
              <a:rPr lang="en-US" b="1" dirty="0"/>
              <a:t>Food Log &amp; Feedback Agent</a:t>
            </a:r>
            <a:r>
              <a:rPr lang="en-US" dirty="0"/>
              <a:t> allows users to log meals via text, voice, or images and delivers instant nutritional analysis with actionable feedback. </a:t>
            </a:r>
          </a:p>
          <a:p>
            <a:r>
              <a:rPr lang="en-US" dirty="0"/>
              <a:t>The solution includes a </a:t>
            </a:r>
            <a:r>
              <a:rPr lang="en-US" b="1" dirty="0"/>
              <a:t>user-friendly dashboard</a:t>
            </a:r>
            <a:r>
              <a:rPr lang="en-US" dirty="0"/>
              <a:t> (built with </a:t>
            </a:r>
            <a:r>
              <a:rPr lang="en-US" dirty="0" err="1"/>
              <a:t>Streamlit</a:t>
            </a:r>
            <a:r>
              <a:rPr lang="en-US" dirty="0"/>
              <a:t> or React) that visualizes daily and weekly nutrient intake, highlights deficiencies, and tracks progress toward health goals.</a:t>
            </a:r>
          </a:p>
          <a:p>
            <a:r>
              <a:rPr lang="en-US" dirty="0"/>
              <a:t>IBM Bob is used to orchestrate agent workflows, while watsonx.ai ensures scalable model deployment, embeddings, and AI governance. Granite models power reasoning, summarization, and personalization.</a:t>
            </a:r>
          </a:p>
          <a:p>
            <a:r>
              <a:rPr lang="en-US" dirty="0"/>
              <a:t>Overall, this solution delivers an </a:t>
            </a:r>
            <a:r>
              <a:rPr lang="en-US" b="1" dirty="0"/>
              <a:t>end-to-end intelligent nutrition assistant</a:t>
            </a:r>
            <a:r>
              <a:rPr lang="en-US" dirty="0"/>
              <a:t> that promotes healthier lifestyles through personalized insights, real-time feedback, and preventive healthcare recommendations.</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154" name="Picture 153" descr="folder_structure.png"/>
          <p:cNvPicPr>
            <a:picLocks noChangeAspect="1"/>
          </p:cNvPicPr>
          <p:nvPr/>
        </p:nvPicPr>
        <p:blipFill>
          <a:blip r:embed="rId4"/>
          <a:stretch>
            <a:fillRect/>
          </a:stretch>
        </p:blipFill>
        <p:spPr>
          <a:xfrm>
            <a:off x="930880" y="863187"/>
            <a:ext cx="10028385" cy="5336589"/>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3" name="Picture 2" descr="placeholder_bob1.png"/>
          <p:cNvPicPr>
            <a:picLocks noChangeAspect="1"/>
          </p:cNvPicPr>
          <p:nvPr/>
        </p:nvPicPr>
        <p:blipFill>
          <a:blip r:embed="rId4"/>
          <a:stretch>
            <a:fillRect/>
          </a:stretch>
        </p:blipFill>
        <p:spPr>
          <a:xfrm>
            <a:off x="1070124" y="862241"/>
            <a:ext cx="10051752" cy="5319357"/>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laceholder_bob2.png"/>
          <p:cNvPicPr>
            <a:picLocks noChangeAspect="1"/>
          </p:cNvPicPr>
          <p:nvPr/>
        </p:nvPicPr>
        <p:blipFill>
          <a:blip r:embed="rId3"/>
          <a:stretch>
            <a:fillRect/>
          </a:stretch>
        </p:blipFill>
        <p:spPr>
          <a:xfrm>
            <a:off x="157335" y="400546"/>
            <a:ext cx="11145396" cy="5716790"/>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3" name="Picture 2" descr="architecture.png"/>
          <p:cNvPicPr>
            <a:picLocks noChangeAspect="1"/>
          </p:cNvPicPr>
          <p:nvPr/>
        </p:nvPicPr>
        <p:blipFill>
          <a:blip r:embed="rId4"/>
          <a:stretch>
            <a:fillRect/>
          </a:stretch>
        </p:blipFill>
        <p:spPr>
          <a:xfrm>
            <a:off x="537590" y="1053082"/>
            <a:ext cx="10550792" cy="4276002"/>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a:t>Role of Agentic AI in Nutrition Agent</a:t>
            </a:r>
          </a:p>
          <a:p>
            <a:r>
              <a:rPr lang="en-US" b="1"/>
              <a:t>Agentic AI</a:t>
            </a:r>
            <a:r>
              <a:rPr lang="en-US"/>
              <a:t> enables the Nutrition Agent to function as an intelligent, autonomous system rather than a simple chatbot. Using </a:t>
            </a:r>
            <a:r>
              <a:rPr lang="en-US" b="1"/>
              <a:t>IBM watsonx.ai</a:t>
            </a:r>
            <a:r>
              <a:rPr lang="en-US"/>
              <a:t> and </a:t>
            </a:r>
            <a:r>
              <a:rPr lang="en-US" b="1"/>
              <a:t>IBM Granite models</a:t>
            </a:r>
            <a:r>
              <a:rPr lang="en-US"/>
              <a:t>, it coordinates multiple specialized agents to deliver personalized nutrition guidance.</a:t>
            </a:r>
          </a:p>
          <a:p>
            <a:r>
              <a:rPr lang="en-US"/>
              <a:t>Each agent performs a specific role—such as retrieving nutritional data, generating diet plans, providing health advice, and analyzing food logs—while working collaboratively. This </a:t>
            </a:r>
            <a:r>
              <a:rPr lang="en-US" b="1"/>
              <a:t>multi-agent approach</a:t>
            </a:r>
            <a:r>
              <a:rPr lang="en-US"/>
              <a:t> ensures efficient task execution and accurate results.</a:t>
            </a:r>
          </a:p>
          <a:p>
            <a:r>
              <a:rPr lang="en-US"/>
              <a:t>Agentic AI also brings </a:t>
            </a:r>
            <a:r>
              <a:rPr lang="en-US" b="1"/>
              <a:t>context awareness</a:t>
            </a:r>
            <a:r>
              <a:rPr lang="en-US"/>
              <a:t>, understanding user details like age, health conditions, and fitness goals to generate tailored recommendations. It supports </a:t>
            </a:r>
            <a:r>
              <a:rPr lang="en-US" b="1"/>
              <a:t>real-time adaptation</a:t>
            </a:r>
            <a:r>
              <a:rPr lang="en-US"/>
              <a:t>, continuously updating suggestions based on user inputs like daily meals.</a:t>
            </a:r>
          </a:p>
          <a:p>
            <a:r>
              <a:rPr lang="en-US"/>
              <a:t>Additionally, agents communicate with each other, enabling better decision-making and improved outcomes.</a:t>
            </a:r>
          </a:p>
          <a:p>
            <a:r>
              <a:rPr lang="en-US"/>
              <a:t>Overall, Agentic AI makes the system proactive, personalized, and goal-driven, acting like a </a:t>
            </a:r>
            <a:r>
              <a:rPr lang="en-US" b="1"/>
              <a:t>smart digital nutritionist</a:t>
            </a:r>
            <a:r>
              <a:rPr lang="en-US"/>
              <a:t> that helps users maintain a healthy lifestyle.</a:t>
            </a:r>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Token usage: to be filled in from the student's own IBM Bob / watsonx.ai session</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283" name="Picture 282" descr="before_prompt.png"/>
          <p:cNvPicPr>
            <a:picLocks noChangeAspect="1"/>
          </p:cNvPicPr>
          <p:nvPr/>
        </p:nvPicPr>
        <p:blipFill>
          <a:blip r:embed="rId5"/>
          <a:stretch>
            <a:fillRect/>
          </a:stretch>
        </p:blipFill>
        <p:spPr>
          <a:xfrm>
            <a:off x="114240" y="2453592"/>
            <a:ext cx="5095875" cy="2857500"/>
          </a:xfrm>
          <a:prstGeom prst="rect">
            <a:avLst/>
          </a:prstGeom>
        </p:spPr>
      </p:pic>
      <p:pic>
        <p:nvPicPr>
          <p:cNvPr id="284" name="Picture 283" descr="after_prompt.png"/>
          <p:cNvPicPr>
            <a:picLocks noChangeAspect="1"/>
          </p:cNvPicPr>
          <p:nvPr/>
        </p:nvPicPr>
        <p:blipFill>
          <a:blip r:embed="rId6"/>
          <a:stretch>
            <a:fillRect/>
          </a:stretch>
        </p:blipFill>
        <p:spPr>
          <a:xfrm>
            <a:off x="6159601" y="2451181"/>
            <a:ext cx="5724525" cy="2857500"/>
          </a:xfrm>
          <a:prstGeom prst="rect">
            <a:avLst/>
          </a:prstGeom>
        </p:spPr>
      </p:pic>
    </p:spTree>
    <p:extLst>
      <p:ext uri="{BB962C8B-B14F-4D97-AF65-F5344CB8AC3E}">
        <p14:creationId xmlns:p14="http://schemas.microsoft.com/office/powerpoint/2010/main" val="89341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square" rtlCol="0">
            <a:spAutoFit/>
          </a:bodyPr>
          <a:lstStyle/>
          <a:p>
            <a:r>
              <a:rPr lang="en-US" sz="2000">
                <a:solidFill>
                  <a:srgbClr val="FF0000"/>
                </a:solidFill>
              </a:rPr>
              <a:t>Prompt 1: “Create a personalized 7-day nutrition plan for a 22-year-old vegetarian user whose goal is healthy weight management.”</a:t>
            </a:r>
          </a:p>
          <a:p>
            <a:r>
              <a:rPr lang="en-US" sz="2000">
                <a:solidFill>
                  <a:srgbClr val="FF0000"/>
                </a:solidFill>
              </a:rPr>
              <a:t/>
            </a:r>
            <a:endParaRPr lang="en-IN" sz="2000">
              <a:solidFill>
                <a:srgbClr val="FF0000"/>
              </a:solidFill>
            </a:endParaRPr>
          </a:p>
        </p:txBody>
      </p:sp>
      <p:pic>
        <p:nvPicPr>
          <p:cNvPr id="283" name="Picture 282" descr="ui_output1.png"/>
          <p:cNvPicPr>
            <a:picLocks noChangeAspect="1"/>
          </p:cNvPicPr>
          <p:nvPr/>
        </p:nvPicPr>
        <p:blipFill>
          <a:blip r:embed="rId4"/>
          <a:stretch>
            <a:fillRect/>
          </a:stretch>
        </p:blipFill>
        <p:spPr>
          <a:xfrm>
            <a:off x="409144" y="885593"/>
            <a:ext cx="11163874" cy="5715294"/>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square" rtlCol="0">
            <a:spAutoFit/>
          </a:bodyPr>
          <a:lstStyle/>
          <a:p>
            <a:r>
              <a:rPr lang="en-US" sz="2000">
                <a:solidFill>
                  <a:srgbClr val="FF0000"/>
                </a:solidFill>
              </a:rPr>
              <a:t>Prompt 2: “Analyze today's food intake and identify calorie, protein, fiber and micronutrient deficiencies.”</a:t>
            </a:r>
          </a:p>
          <a:p>
            <a:r>
              <a:rPr lang="en-US" sz="2000">
                <a:solidFill>
                  <a:srgbClr val="FF0000"/>
                </a:solidFill>
              </a:rPr>
              <a:t/>
            </a:r>
            <a:endParaRPr lang="en-IN" sz="2000">
              <a:solidFill>
                <a:srgbClr val="FF0000"/>
              </a:solidFill>
            </a:endParaRPr>
          </a:p>
        </p:txBody>
      </p:sp>
      <p:pic>
        <p:nvPicPr>
          <p:cNvPr id="283" name="Picture 282" descr="ui_output2.png"/>
          <p:cNvPicPr>
            <a:picLocks noChangeAspect="1"/>
          </p:cNvPicPr>
          <p:nvPr/>
        </p:nvPicPr>
        <p:blipFill>
          <a:blip r:embed="rId4"/>
          <a:stretch>
            <a:fillRect/>
          </a:stretch>
        </p:blipFill>
        <p:spPr>
          <a:xfrm>
            <a:off x="561749" y="1004536"/>
            <a:ext cx="10493347" cy="5288404"/>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square" rtlCol="0">
            <a:spAutoFit/>
          </a:bodyPr>
          <a:lstStyle/>
          <a:p>
            <a:r>
              <a:rPr lang="en-US" sz="2000">
                <a:solidFill>
                  <a:srgbClr val="FF0000"/>
                </a:solidFill>
              </a:rPr>
              <a:t>Prompt 3: “Create a heart-healthy meal recommendation based on the user's dietary preferences and nutrition goals.”</a:t>
            </a:r>
          </a:p>
          <a:p>
            <a:r>
              <a:rPr lang="en-US" sz="2000">
                <a:solidFill>
                  <a:srgbClr val="FF0000"/>
                </a:solidFill>
              </a:rPr>
              <a:t/>
            </a:r>
            <a:endParaRPr lang="en-IN" sz="2000">
              <a:solidFill>
                <a:srgbClr val="FF0000"/>
              </a:solidFill>
            </a:endParaRPr>
          </a:p>
        </p:txBody>
      </p:sp>
      <p:pic>
        <p:nvPicPr>
          <p:cNvPr id="283" name="Picture 282" descr="ui_output3.png"/>
          <p:cNvPicPr>
            <a:picLocks noChangeAspect="1"/>
          </p:cNvPicPr>
          <p:nvPr/>
        </p:nvPicPr>
        <p:blipFill>
          <a:blip r:embed="rId4"/>
          <a:stretch>
            <a:fillRect/>
          </a:stretch>
        </p:blipFill>
        <p:spPr>
          <a:xfrm>
            <a:off x="804493" y="800029"/>
            <a:ext cx="10583014" cy="5945011"/>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a:t>The proposed Nutrition Agent stands out by combining </a:t>
            </a:r>
            <a:r>
              <a:rPr lang="en-IN" sz="1800" b="1"/>
              <a:t>Agentic AI, RAG, and personalization</a:t>
            </a:r>
            <a:r>
              <a:rPr lang="en-IN" sz="1800"/>
              <a:t> into a single intelligent system.</a:t>
            </a:r>
          </a:p>
          <a:p>
            <a:endParaRPr lang="en-IN" sz="1800"/>
          </a:p>
          <a:p>
            <a:r>
              <a:rPr lang="en-IN" sz="1800" b="1"/>
              <a:t>Multi-Agent Intelligence</a:t>
            </a:r>
            <a:r>
              <a:rPr lang="en-IN" sz="1800"/>
              <a:t> – Instead of a single chatbot, multiple specialized agents collaborate to deliver accurate and context-aware nutrition guidance. </a:t>
            </a:r>
          </a:p>
          <a:p>
            <a:r>
              <a:rPr lang="en-IN" sz="1800" b="1"/>
              <a:t>RAG-Based Accuracy</a:t>
            </a:r>
            <a:r>
              <a:rPr lang="en-IN" sz="1800"/>
              <a:t> – Integrates real-time data retrieval with AI generation, reducing misinformation and ensuring trustworthy recommendations. </a:t>
            </a:r>
          </a:p>
          <a:p>
            <a:r>
              <a:rPr lang="en-IN" sz="1800" b="1"/>
              <a:t>Hyper-Personalization</a:t>
            </a:r>
            <a:r>
              <a:rPr lang="en-IN" sz="1800"/>
              <a:t> – Tailors diet plans based on health conditions, cultural preferences, and fitness goals. </a:t>
            </a:r>
          </a:p>
          <a:p>
            <a:r>
              <a:rPr lang="en-IN" sz="1800" b="1"/>
              <a:t>Real-Time Feedback Loop</a:t>
            </a:r>
            <a:r>
              <a:rPr lang="en-IN" sz="1800"/>
              <a:t> – Continuously adapts recommendations based on daily food logs and user </a:t>
            </a:r>
            <a:r>
              <a:rPr lang="en-IN" sz="1800" err="1"/>
              <a:t>behavior</a:t>
            </a:r>
            <a:r>
              <a:rPr lang="en-IN" sz="1800"/>
              <a:t>. </a:t>
            </a:r>
          </a:p>
          <a:p>
            <a:r>
              <a:rPr lang="en-IN" sz="1800" b="1"/>
              <a:t>Multi-Modal Input</a:t>
            </a:r>
            <a:r>
              <a:rPr lang="en-IN" sz="1800"/>
              <a:t> – Supports text, voice, and image-based meal tracking for better usability. </a:t>
            </a:r>
          </a:p>
          <a:p>
            <a:r>
              <a:rPr lang="en-IN" sz="1800" b="1"/>
              <a:t>Preventive Healthcare Focus</a:t>
            </a:r>
            <a:r>
              <a:rPr lang="en-IN" sz="1800"/>
              <a:t> – Goes beyond diet planning to provide disease-specific nutrition advice. </a:t>
            </a:r>
          </a:p>
          <a:p>
            <a:r>
              <a:rPr lang="en-IN" sz="1800" b="1"/>
              <a:t>Scalable &amp; Enterprise-Ready</a:t>
            </a:r>
            <a:r>
              <a:rPr lang="en-IN" sz="1800"/>
              <a:t> – Built on </a:t>
            </a:r>
            <a:r>
              <a:rPr lang="en-IN" sz="1800" b="1"/>
              <a:t>IBM watsonx.ai</a:t>
            </a:r>
            <a:r>
              <a:rPr lang="en-IN" sz="1800"/>
              <a:t> with </a:t>
            </a:r>
            <a:r>
              <a:rPr lang="en-IN" sz="1800" b="1"/>
              <a:t>IBM Granite models</a:t>
            </a:r>
            <a:r>
              <a:rPr lang="en-IN" sz="1800"/>
              <a:t>, ensuring reliability and governance. </a:t>
            </a:r>
          </a:p>
          <a:p>
            <a:endParaRPr lang="en-IN" sz="1800"/>
          </a:p>
          <a:p>
            <a:r>
              <a:rPr lang="en-IN" sz="1800"/>
              <a:t>This makes the solution a </a:t>
            </a:r>
            <a:r>
              <a:rPr lang="en-IN" sz="1800" b="1"/>
              <a:t>smart, adaptive, and proactive digital nutritionist</a:t>
            </a:r>
            <a:r>
              <a:rPr lang="en-IN" sz="1800"/>
              <a:t>, not just a static diet recommendation tool.</a:t>
            </a:r>
            <a:endParaRPr lang="en-US"/>
          </a:p>
          <a:p>
            <a:endParaRPr lang="en-IN"/>
          </a:p>
        </p:txBody>
      </p:sp>
    </p:spTree>
    <p:extLst>
      <p:ext uri="{BB962C8B-B14F-4D97-AF65-F5344CB8AC3E}">
        <p14:creationId xmlns:p14="http://schemas.microsoft.com/office/powerpoint/2010/main" val="2325282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 Please create public </a:t>
            </a:r>
            <a:r>
              <a:rPr lang="en-US" sz="1850" b="0" i="0" u="none" strike="noStrike" cap="none" err="1">
                <a:solidFill>
                  <a:srgbClr val="2B3541"/>
                </a:solidFill>
                <a:latin typeface="Times New Roman"/>
                <a:ea typeface="Times New Roman"/>
                <a:cs typeface="Times New Roman"/>
                <a:sym typeface="Times New Roman"/>
              </a:rPr>
              <a:t>github</a:t>
            </a:r>
            <a:r>
              <a:rPr lang="en-US" sz="1850" b="0" i="0" u="none" strike="noStrike" cap="none">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a:solidFill>
                  <a:srgbClr val="2B3541"/>
                </a:solidFill>
                <a:latin typeface="Times New Roman"/>
                <a:ea typeface="Times New Roman"/>
                <a:cs typeface="Times New Roman"/>
                <a:sym typeface="Times New Roman"/>
              </a:rPr>
              <a:t>Please test and Paste the working  </a:t>
            </a:r>
            <a:r>
              <a:rPr lang="en-US" sz="1850" err="1">
                <a:solidFill>
                  <a:srgbClr val="2B3541"/>
                </a:solidFill>
                <a:latin typeface="Times New Roman"/>
                <a:ea typeface="Times New Roman"/>
                <a:cs typeface="Times New Roman"/>
                <a:sym typeface="Times New Roman"/>
              </a:rPr>
              <a:t>Github</a:t>
            </a:r>
            <a:r>
              <a:rPr lang="en-US" sz="185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b="1">
                <a:solidFill>
                  <a:srgbClr val="2B3541"/>
                </a:solidFill>
                <a:latin typeface="Times New Roman"/>
                <a:ea typeface="Times New Roman"/>
                <a:cs typeface="Times New Roman"/>
                <a:sym typeface="Times New Roman"/>
              </a:rPr>
              <a:t>Make sure you have Uploaded following three files into your </a:t>
            </a:r>
            <a:r>
              <a:rPr lang="en-US" sz="1850" b="1" err="1">
                <a:solidFill>
                  <a:srgbClr val="2B3541"/>
                </a:solidFill>
                <a:latin typeface="Times New Roman"/>
                <a:ea typeface="Times New Roman"/>
                <a:cs typeface="Times New Roman"/>
                <a:sym typeface="Times New Roman"/>
              </a:rPr>
              <a:t>github</a:t>
            </a:r>
            <a:r>
              <a:rPr lang="en-US" sz="1850" b="1">
                <a:solidFill>
                  <a:srgbClr val="2B3541"/>
                </a:solidFill>
                <a:latin typeface="Times New Roman"/>
                <a:ea typeface="Times New Roman"/>
                <a:cs typeface="Times New Roman"/>
                <a:sym typeface="Times New Roman"/>
              </a:rPr>
              <a:t> repository  </a:t>
            </a:r>
            <a:br>
              <a:rPr lang="en-US" sz="1850">
                <a:solidFill>
                  <a:srgbClr val="2B3541"/>
                </a:solidFill>
                <a:latin typeface="Times New Roman"/>
                <a:ea typeface="Times New Roman"/>
                <a:cs typeface="Times New Roman"/>
                <a:sym typeface="Times New Roman"/>
              </a:rPr>
            </a:br>
            <a:r>
              <a:rPr lang="en-US" sz="185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a:solidFill>
                  <a:srgbClr val="2B3541"/>
                </a:solidFill>
                <a:latin typeface="Times New Roman"/>
                <a:ea typeface="Times New Roman"/>
                <a:cs typeface="Times New Roman"/>
                <a:sym typeface="Times New Roman"/>
              </a:rPr>
              <a:t>2.</a:t>
            </a:r>
            <a:r>
              <a:rPr lang="en-US" sz="1850" b="1" i="0" u="none" strike="noStrike" cap="none">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IBM SkillsBuild — Getting Started with Artificial Intelligence</a:t>
            </a:r>
            <a:r>
              <a:rPr lang="en-US" sz="2400" b="1" dirty="0" err="1"/>
              <a:t/>
            </a:r>
            <a:r>
              <a:rPr lang="en-US" sz="2400" b="1" dirty="0"/>
              <a:t/>
            </a:r>
          </a:p>
        </p:txBody>
      </p:sp>
      <p:pic>
        <p:nvPicPr>
          <p:cNvPr id="7" name="Picture 6" descr="cert_ai.png"/>
          <p:cNvPicPr>
            <a:picLocks noChangeAspect="1"/>
          </p:cNvPicPr>
          <p:nvPr/>
        </p:nvPicPr>
        <p:blipFill>
          <a:blip r:embed="rId3"/>
          <a:stretch>
            <a:fillRect/>
          </a:stretch>
        </p:blipFill>
        <p:spPr>
          <a:xfrm>
            <a:off x="2407123" y="1423459"/>
            <a:ext cx="6389964" cy="4744480"/>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IBM SkillsBuild — Getting Started with Cybersecurity</a:t>
            </a:r>
            <a:r>
              <a:rPr lang="en-US" sz="2400" b="1" dirty="0" err="1"/>
              <a:t/>
            </a:r>
            <a:r>
              <a:rPr lang="en-US" sz="2400" b="1" dirty="0"/>
              <a:t/>
            </a:r>
          </a:p>
        </p:txBody>
      </p:sp>
      <p:pic>
        <p:nvPicPr>
          <p:cNvPr id="7" name="Picture 6" descr="cert_cyber.png"/>
          <p:cNvPicPr>
            <a:picLocks noChangeAspect="1"/>
          </p:cNvPicPr>
          <p:nvPr/>
        </p:nvPicPr>
        <p:blipFill>
          <a:blip r:embed="rId3"/>
          <a:stretch>
            <a:fillRect/>
          </a:stretch>
        </p:blipFill>
        <p:spPr>
          <a:xfrm>
            <a:off x="2407123" y="1423459"/>
            <a:ext cx="6389964" cy="474448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IBM SkillsBuild — Journey to Cloud: Envisioning Your Solution</a:t>
            </a:r>
            <a:r>
              <a:rPr lang="en-US" sz="2400" b="1" dirty="0" err="1"/>
              <a:t/>
            </a:r>
            <a:r>
              <a:rPr lang="en-US" sz="2400" b="1" dirty="0"/>
              <a:t/>
            </a:r>
          </a:p>
        </p:txBody>
      </p:sp>
      <p:pic>
        <p:nvPicPr>
          <p:cNvPr id="7" name="Picture 6" descr="cert_cloud.png"/>
          <p:cNvPicPr>
            <a:picLocks noChangeAspect="1"/>
          </p:cNvPicPr>
          <p:nvPr/>
        </p:nvPicPr>
        <p:blipFill>
          <a:blip r:embed="rId3"/>
          <a:stretch>
            <a:fillRect/>
          </a:stretch>
        </p:blipFill>
        <p:spPr>
          <a:xfrm>
            <a:off x="2407123" y="1423459"/>
            <a:ext cx="6389964" cy="474448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ertificate with red text&#10;&#10;AI-generated content may be incorrect.">
            <a:extLst>
              <a:ext uri="{FF2B5EF4-FFF2-40B4-BE49-F238E27FC236}">
                <a16:creationId xmlns:a16="http://schemas.microsoft.com/office/drawing/2014/main" id="{099C3698-991D-7A38-C456-893C84C23FC9}"/>
              </a:ext>
            </a:extLst>
          </p:cNvPr>
          <p:cNvPicPr>
            <a:picLocks noChangeAspect="1"/>
          </p:cNvPicPr>
          <p:nvPr/>
        </p:nvPicPr>
        <p:blipFill>
          <a:blip r:embed="rId2"/>
          <a:srcRect r="177" b="-275"/>
          <a:stretch>
            <a:fillRect/>
          </a:stretch>
        </p:blipFill>
        <p:spPr>
          <a:xfrm>
            <a:off x="2512736" y="1712637"/>
            <a:ext cx="7177553" cy="4658577"/>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spTree>
    <p:extLst>
      <p:ext uri="{BB962C8B-B14F-4D97-AF65-F5344CB8AC3E}">
        <p14:creationId xmlns:p14="http://schemas.microsoft.com/office/powerpoint/2010/main" val="41751777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TotalTime>
  <Words>1413</Words>
  <Application>Microsoft Office PowerPoint</Application>
  <PresentationFormat>Widescreen</PresentationFormat>
  <Paragraphs>123</Paragraphs>
  <Slides>20</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Aswini Kumar Motapothula</cp:lastModifiedBy>
  <cp:revision>3</cp:revision>
  <dcterms:created xsi:type="dcterms:W3CDTF">2025-07-08T05:06:56Z</dcterms:created>
  <dcterms:modified xsi:type="dcterms:W3CDTF">2026-09-04T14:13:37Z</dcterms:modified>
</cp:coreProperties>
</file>